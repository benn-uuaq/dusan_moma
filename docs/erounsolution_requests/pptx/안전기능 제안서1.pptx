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7" r:id="rId2"/>
    <p:sldId id="302" r:id="rId3"/>
    <p:sldId id="303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81" r:id="rId12"/>
    <p:sldId id="25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9F4D0E-902E-459C-82A7-BF079D8939AB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040B5-5517-4FB8-9FA6-436804205D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2212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96A90-86C4-B345-B780-4CD532700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C3B149-A868-4100-8435-FBD3492F9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B21A38-3CB2-03BB-C24A-8F076DFE3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A45DD4-8C1E-95A6-5742-0BDC66732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525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D04D-F4AB-9592-3751-BC826E785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E31A56-831D-3E76-D8A5-D4DE66050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2B0D6D-DE8C-2C9B-7270-1D5CF471A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19FCC5-56F5-2A29-2566-CA2D135204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B87FB-AC10-4A3E-BB8A-C05FF80B9FD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9180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DE3483-42D8-33F3-71ED-03BEA6E018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6334DE-4FB8-616F-EE98-78E5269A5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4F47C4-6A5F-1A45-7B39-8984CEAD5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FB2D-0E4E-2DB8-35EE-CD5204AB4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071EBD-933F-111F-9CEC-44AE98124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79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F1CA3B-1BF3-5DAB-1B16-096FBD98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678450-3DBE-C85B-9590-3D8931330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E00A09-DDEB-A941-9CED-5F0776D7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02C0E1-2D5B-A63D-FCEA-561540D4B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ABF245-96B1-7B8D-33F2-1FAF1A77B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514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53B7D0-BE94-5589-B884-454223D83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60A4B-49FF-2CB2-CD66-C8C489433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0D1F1-D3E8-3A8F-234C-508AFF179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033F70-96CE-2AF2-36E2-35943F356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C5F077-FEE7-E5A7-299B-9CF3D6F86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401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A84AE-30E3-78BE-3E48-D87E3134C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088D23-C3EE-F18A-65EA-CD2715C28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31448C-875E-E916-A92C-F2862F5AB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45CA883-0C54-B491-A74D-9EAD503F0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9B2AC4-F2B3-4A88-2F2C-C27C5AC64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9635AA-1112-CE8F-5EE5-2188C88F5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40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3F3395-6017-339E-5BB0-0ED4A95C1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6F955C-E9F1-314E-9B7A-3A6F56991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D44CE6-DD8A-5147-9812-EDFB6EF82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E9F59D-003A-B67A-90C9-EDF967E33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9043B1-1273-129A-3C1B-67148EF3C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14C255-53AF-0F49-580D-56A5BD202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20CE543-D04C-5BEA-5406-DDB436122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56DCD4E-0024-C175-8FEE-E92F9DEF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96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8CCBB0-5107-2F03-6E9E-31A81211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B5D5AE-C9EB-B284-3FCE-ECDC5386E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5F81CC-F21B-F7B0-73C2-F4C479861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E90D2E-D658-825F-A5AE-DBCD8E35E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1395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415F1B-5D07-A38B-BC90-B1264694F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F84A37B-0B92-186D-2679-38F641198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463054-114A-64C8-A784-089CC665A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8100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4F27A-88A9-3A16-14A4-37E45DD65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5583DE-272A-A958-9B92-D525E1B89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E9B6E2-E4B1-64DD-68AD-F995F4863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4DE7E8-9AEE-00C7-3750-E6FC9F93B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81F73F-532B-355C-63AA-87DD80159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3233C24-BC4F-1AB9-1972-4D354F760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968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21391-8B2F-6D9F-F93A-039207487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9A0D931-7BFD-306A-E42E-CD71FCA159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6E6F3-BEA1-3E31-9DBC-00E03F17C5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F01F6A2-692D-F4E5-D48E-EF53DC4E2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F31190-6D2E-90F1-865D-B2BF15A66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FE4823-26B9-BC37-A619-809E7142A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660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48958F-267B-227F-D578-730BDDF1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572ED7-AAE8-6F43-A770-ACE5ED75D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9733F-DED9-85AF-6C80-2888CC130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6BB6A6-D3AE-51A6-28F2-AD55AA1AE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ABFCB6-427C-055C-2A32-D2731C6E5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196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A921A25-8A81-7191-B4CD-E6D70A9830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ACF12CC-3EEB-EE48-21B8-BC92123488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901D47-D6B4-70DD-5AE3-B03A86E0C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0772E6-87E0-4053-22D7-A9DAA9904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5DE2D6-4F8A-84BA-2024-5B379DB7A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678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제목슬라이드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0A1B9D09-D4EF-0073-3C49-38F00D741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553" y="0"/>
            <a:ext cx="6858893" cy="6858000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65ACE36-7624-2C21-261F-9A5E8A169B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104" t="26766" r="27602" b="24234"/>
          <a:stretch>
            <a:fillRect/>
          </a:stretch>
        </p:blipFill>
        <p:spPr>
          <a:xfrm>
            <a:off x="7392313" y="0"/>
            <a:ext cx="4799687" cy="4869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011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내용 및 목차 슬라이드_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5CC5F1E-D550-1970-24BF-3C0BB2E4B6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81628" y="5842706"/>
            <a:ext cx="2007866" cy="102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82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용 및 목차 슬라이드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A3EAA7D-3AD7-FA48-49B4-0232428126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849146" y="6453336"/>
            <a:ext cx="950514" cy="144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615C73-AD57-0988-F650-6D9F96ED3722}"/>
              </a:ext>
            </a:extLst>
          </p:cNvPr>
          <p:cNvSpPr txBox="1"/>
          <p:nvPr userDrawn="1"/>
        </p:nvSpPr>
        <p:spPr>
          <a:xfrm>
            <a:off x="687294" y="6352981"/>
            <a:ext cx="10817411" cy="34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본 문서에 포함된 모든 내용 (도면, 이미지, 수치 데이터, 설계 사양, 서면 설명 등을 포함하되 이에 한정되지 않음)은 Studio 3S Korea Co., Ltd.의 독점적인 지적 재산입니다.</a:t>
            </a:r>
            <a:endParaRPr lang="en-US" altLang="ko-KR" sz="8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  <a:p>
            <a:pPr algn="ctr">
              <a:lnSpc>
                <a:spcPct val="75000"/>
              </a:lnSpc>
            </a:pPr>
            <a:r>
              <a:rPr lang="ko-KR" altLang="en-US" sz="80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본 문서의 전부 또는 일부에 대한 무단 사용, 복제, 전송, 배포는 엄격히 금지되며, 위반 시 법적 책임이 발생할 수 있습니다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55D460-9FE7-BA0B-AEF1-13AFBF737DF4}"/>
              </a:ext>
            </a:extLst>
          </p:cNvPr>
          <p:cNvSpPr txBox="1">
            <a:spLocks/>
          </p:cNvSpPr>
          <p:nvPr userDrawn="1"/>
        </p:nvSpPr>
        <p:spPr>
          <a:xfrm>
            <a:off x="288000" y="6408000"/>
            <a:ext cx="432000" cy="216000"/>
          </a:xfrm>
          <a:prstGeom prst="rect">
            <a:avLst/>
          </a:prstGeom>
        </p:spPr>
        <p:txBody>
          <a:bodyPr vert="horz" lIns="91440" tIns="0" rIns="9144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E4EEA4-0C6F-46BA-9EC1-8BEC41C2986C}" type="slidenum">
              <a:rPr kumimoji="0" lang="ko-KR" altLang="en-US" sz="900" b="0" i="1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900" b="0" i="1" u="none" strike="noStrike" kern="120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1097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F081362-4316-06E8-F321-9AA06EB7B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9CE238-E9E9-2E44-1564-A42AE2648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DA8F92-1004-DAEC-7287-ECCF450ABA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59B1D-98FB-4450-9DA6-05A8B248070D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AA95A2-CD70-FBFD-959C-024D017D9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220B62-E150-32A2-7813-714984E65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794167-B76B-4F8C-A2D3-2CF40EFFB1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20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CAF7BA4-8AC1-364A-407A-2E238E77C6FD}"/>
              </a:ext>
            </a:extLst>
          </p:cNvPr>
          <p:cNvSpPr/>
          <p:nvPr/>
        </p:nvSpPr>
        <p:spPr>
          <a:xfrm>
            <a:off x="695400" y="3582308"/>
            <a:ext cx="8697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200" b="1" dirty="0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두산 </a:t>
            </a:r>
            <a:r>
              <a:rPr lang="ko-KR" altLang="en-US" sz="3200" b="1" dirty="0" err="1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에너빌리티</a:t>
            </a:r>
            <a:r>
              <a:rPr lang="ko-KR" altLang="en-US" sz="3200" b="1" dirty="0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 </a:t>
            </a:r>
            <a:r>
              <a:rPr lang="en-US" altLang="ko-KR" sz="3200" b="1" dirty="0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AGV </a:t>
            </a:r>
            <a:r>
              <a:rPr lang="ko-KR" altLang="en-US" sz="3200" b="1" dirty="0">
                <a:solidFill>
                  <a:prstClr val="white"/>
                </a:solidFill>
                <a:latin typeface="+mj-ea"/>
                <a:ea typeface="+mj-ea"/>
                <a:cs typeface="Tahoma" panose="020B0604030504040204" pitchFamily="34" charset="0"/>
              </a:rPr>
              <a:t>안전 기능 사양</a:t>
            </a:r>
            <a:endParaRPr lang="en-US" altLang="ko-KR" sz="3200" b="1" dirty="0">
              <a:solidFill>
                <a:prstClr val="white"/>
              </a:solidFill>
              <a:latin typeface="+mj-ea"/>
              <a:ea typeface="+mj-ea"/>
              <a:cs typeface="Tahoma" panose="020B060403050404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79224" y="3140969"/>
            <a:ext cx="10727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prstClr val="white"/>
                </a:solidFill>
                <a:latin typeface="Segoe UI"/>
                <a:ea typeface="맑은 고딕"/>
              </a:rPr>
              <a:t>2026. 4. 29.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DDD5724-FE7C-3C7C-5FA0-4E16553F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700" t="44750" r="14952" b="43700"/>
          <a:stretch>
            <a:fillRect/>
          </a:stretch>
        </p:blipFill>
        <p:spPr>
          <a:xfrm>
            <a:off x="788432" y="5733256"/>
            <a:ext cx="2160000" cy="354630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0DE6654-2606-7396-0591-8F98CAB23827}"/>
              </a:ext>
            </a:extLst>
          </p:cNvPr>
          <p:cNvSpPr txBox="1">
            <a:spLocks/>
          </p:cNvSpPr>
          <p:nvPr/>
        </p:nvSpPr>
        <p:spPr>
          <a:xfrm>
            <a:off x="11760000" y="6434042"/>
            <a:ext cx="432000" cy="216000"/>
          </a:xfrm>
          <a:prstGeom prst="rect">
            <a:avLst/>
          </a:prstGeom>
        </p:spPr>
        <p:txBody>
          <a:bodyPr vert="horz" lIns="91440" tIns="0" rIns="9144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E4EEA4-0C6F-46BA-9EC1-8BEC41C2986C}" type="slidenum">
              <a:rPr kumimoji="0" lang="ko-KR" altLang="en-US" sz="900" b="0" i="1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900" b="0" i="1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73784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A40E-ED16-1709-FC82-DFD3E183C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7B190856-5CD4-6ACD-AA4F-C5391F6C933A}"/>
              </a:ext>
            </a:extLst>
          </p:cNvPr>
          <p:cNvGrpSpPr/>
          <p:nvPr/>
        </p:nvGrpSpPr>
        <p:grpSpPr>
          <a:xfrm>
            <a:off x="801337" y="2005004"/>
            <a:ext cx="4715059" cy="1967370"/>
            <a:chOff x="1851886" y="5448404"/>
            <a:chExt cx="4580816" cy="1442238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311A9122-9826-8EE9-2938-145FE72D51A9}"/>
                </a:ext>
              </a:extLst>
            </p:cNvPr>
            <p:cNvSpPr/>
            <p:nvPr/>
          </p:nvSpPr>
          <p:spPr>
            <a:xfrm>
              <a:off x="6081587" y="5668094"/>
              <a:ext cx="351115" cy="10081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순서도: 수동 연산 51">
              <a:extLst>
                <a:ext uri="{FF2B5EF4-FFF2-40B4-BE49-F238E27FC236}">
                  <a16:creationId xmlns:a16="http://schemas.microsoft.com/office/drawing/2014/main" id="{D69A37A6-DD75-3309-5247-6F42726CC862}"/>
                </a:ext>
              </a:extLst>
            </p:cNvPr>
            <p:cNvSpPr/>
            <p:nvPr/>
          </p:nvSpPr>
          <p:spPr>
            <a:xfrm rot="16200000">
              <a:off x="2587317" y="5995005"/>
              <a:ext cx="1440160" cy="351114"/>
            </a:xfrm>
            <a:prstGeom prst="flowChartManualOperation">
              <a:avLst/>
            </a:prstGeom>
            <a:solidFill>
              <a:schemeClr val="accent4">
                <a:lumMod val="60000"/>
                <a:lumOff val="40000"/>
                <a:alpha val="67000"/>
              </a:schemeClr>
            </a:solidFill>
            <a:ln w="3175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C7EB79EE-7620-9E31-3285-C17B053CF0F0}"/>
                </a:ext>
              </a:extLst>
            </p:cNvPr>
            <p:cNvSpPr/>
            <p:nvPr/>
          </p:nvSpPr>
          <p:spPr>
            <a:xfrm>
              <a:off x="2658963" y="5448404"/>
              <a:ext cx="468538" cy="143975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66000"/>
              </a:schemeClr>
            </a:solidFill>
            <a:ln w="3175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CE7967E-5045-454B-CF7D-F701D4520A75}"/>
                </a:ext>
              </a:extLst>
            </p:cNvPr>
            <p:cNvSpPr txBox="1"/>
            <p:nvPr/>
          </p:nvSpPr>
          <p:spPr>
            <a:xfrm>
              <a:off x="2616057" y="6048244"/>
              <a:ext cx="515783" cy="170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000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4">
                      <a:lumMod val="75000"/>
                    </a:schemeClr>
                  </a:solidFill>
                  <a:latin typeface="+mj-ea"/>
                  <a:ea typeface="+mj-ea"/>
                  <a:cs typeface="Arial Unicode MS" pitchFamily="50" charset="-127"/>
                </a:rPr>
                <a:t>감속</a:t>
              </a:r>
              <a:endParaRPr lang="en-US" altLang="ko-KR" sz="700" b="1" dirty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  <a:cs typeface="Arial Unicode MS" pitchFamily="50" charset="-127"/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1AB258D1-BFD2-7D18-8C5E-46F35E6BD23C}"/>
                </a:ext>
              </a:extLst>
            </p:cNvPr>
            <p:cNvSpPr/>
            <p:nvPr/>
          </p:nvSpPr>
          <p:spPr>
            <a:xfrm>
              <a:off x="1851886" y="5448895"/>
              <a:ext cx="811416" cy="1439759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8000"/>
              </a:schemeClr>
            </a:solidFill>
            <a:ln w="3175">
              <a:solidFill>
                <a:schemeClr val="accent3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500D5972-BA84-4617-5BB9-EDD05B42D48C}"/>
                </a:ext>
              </a:extLst>
            </p:cNvPr>
            <p:cNvSpPr txBox="1"/>
            <p:nvPr/>
          </p:nvSpPr>
          <p:spPr>
            <a:xfrm>
              <a:off x="2051720" y="6045064"/>
              <a:ext cx="515783" cy="1708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000">
                <a:lnSpc>
                  <a:spcPct val="150000"/>
                </a:lnSpc>
              </a:pPr>
              <a:r>
                <a:rPr lang="ko-KR" altLang="en-US" sz="700" b="1" dirty="0">
                  <a:solidFill>
                    <a:schemeClr val="accent2">
                      <a:lumMod val="75000"/>
                    </a:schemeClr>
                  </a:solidFill>
                  <a:latin typeface="+mj-ea"/>
                  <a:ea typeface="+mj-ea"/>
                  <a:cs typeface="Arial Unicode MS" pitchFamily="50" charset="-127"/>
                </a:rPr>
                <a:t>알림</a:t>
              </a:r>
              <a:r>
                <a:rPr lang="ko-KR" altLang="en-US" sz="700" dirty="0">
                  <a:solidFill>
                    <a:schemeClr val="accent2">
                      <a:lumMod val="75000"/>
                    </a:schemeClr>
                  </a:solidFill>
                  <a:latin typeface="+mj-ea"/>
                  <a:ea typeface="+mj-ea"/>
                  <a:cs typeface="Arial Unicode MS" pitchFamily="50" charset="-127"/>
                </a:rPr>
                <a:t> </a:t>
              </a:r>
              <a:endParaRPr lang="en-US" altLang="ko-KR" sz="700" dirty="0">
                <a:solidFill>
                  <a:schemeClr val="accent2">
                    <a:lumMod val="75000"/>
                  </a:schemeClr>
                </a:solidFill>
                <a:latin typeface="+mj-ea"/>
                <a:ea typeface="+mj-ea"/>
                <a:cs typeface="Arial Unicode MS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3F35059-D1A5-A587-1EC3-74E8C0527DE4}"/>
                </a:ext>
              </a:extLst>
            </p:cNvPr>
            <p:cNvSpPr txBox="1"/>
            <p:nvPr/>
          </p:nvSpPr>
          <p:spPr>
            <a:xfrm>
              <a:off x="3048105" y="6047552"/>
              <a:ext cx="515783" cy="233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81000">
                <a:lnSpc>
                  <a:spcPct val="150000"/>
                </a:lnSpc>
              </a:pPr>
              <a:r>
                <a:rPr lang="ko-KR" altLang="en-US" sz="700" b="1" dirty="0">
                  <a:solidFill>
                    <a:srgbClr val="FF0000"/>
                  </a:solidFill>
                  <a:latin typeface="+mj-ea"/>
                  <a:ea typeface="+mj-ea"/>
                  <a:cs typeface="Arial Unicode MS" pitchFamily="50" charset="-127"/>
                </a:rPr>
                <a:t>정지</a:t>
              </a:r>
              <a:endParaRPr lang="en-US" altLang="ko-KR" sz="700" b="1" dirty="0">
                <a:solidFill>
                  <a:srgbClr val="FF0000"/>
                </a:solidFill>
                <a:latin typeface="+mj-ea"/>
                <a:ea typeface="+mj-ea"/>
                <a:cs typeface="Arial Unicode MS" pitchFamily="50" charset="-127"/>
              </a:endParaRPr>
            </a:p>
          </p:txBody>
        </p:sp>
      </p:grpSp>
      <p:pic>
        <p:nvPicPr>
          <p:cNvPr id="58" name="그림 57">
            <a:extLst>
              <a:ext uri="{FF2B5EF4-FFF2-40B4-BE49-F238E27FC236}">
                <a16:creationId xmlns:a16="http://schemas.microsoft.com/office/drawing/2014/main" id="{E7F57555-2813-FE08-A38D-7493968F32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331" y="2659711"/>
            <a:ext cx="2009636" cy="2295308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512585BD-B307-83F4-C22A-34A9A46E9616}"/>
              </a:ext>
            </a:extLst>
          </p:cNvPr>
          <p:cNvSpPr txBox="1"/>
          <p:nvPr/>
        </p:nvSpPr>
        <p:spPr>
          <a:xfrm>
            <a:off x="2673044" y="4077699"/>
            <a:ext cx="15121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AGV TOP VIEW</a:t>
            </a:r>
            <a:endParaRPr lang="ko-KR" altLang="en-US" sz="8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37F3E7DE-9FED-9C5A-6A1D-324C3C3E9343}"/>
              </a:ext>
            </a:extLst>
          </p:cNvPr>
          <p:cNvSpPr/>
          <p:nvPr/>
        </p:nvSpPr>
        <p:spPr>
          <a:xfrm rot="10800000">
            <a:off x="3158868" y="1804514"/>
            <a:ext cx="534640" cy="20049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1B28568-4617-BD04-B97C-9766F2DE9BA8}"/>
              </a:ext>
            </a:extLst>
          </p:cNvPr>
          <p:cNvSpPr txBox="1"/>
          <p:nvPr/>
        </p:nvSpPr>
        <p:spPr>
          <a:xfrm>
            <a:off x="3141095" y="1641733"/>
            <a:ext cx="6592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chemeClr val="tx2">
                    <a:lumMod val="75000"/>
                  </a:schemeClr>
                </a:solidFill>
              </a:rPr>
              <a:t>주행 방향</a:t>
            </a:r>
          </a:p>
        </p:txBody>
      </p:sp>
      <p:sp>
        <p:nvSpPr>
          <p:cNvPr id="64" name="AutoShape 52">
            <a:extLst>
              <a:ext uri="{FF2B5EF4-FFF2-40B4-BE49-F238E27FC236}">
                <a16:creationId xmlns:a16="http://schemas.microsoft.com/office/drawing/2014/main" id="{6A36E856-077E-246A-8D92-E62CA83F6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5984" y="5140866"/>
            <a:ext cx="1433886" cy="210469"/>
          </a:xfrm>
          <a:prstGeom prst="roundRect">
            <a:avLst>
              <a:gd name="adj" fmla="val 16667"/>
            </a:avLst>
          </a:prstGeom>
          <a:solidFill>
            <a:srgbClr val="61A00E"/>
          </a:solidFill>
          <a:ln w="9525" cap="flat" cmpd="sng" algn="ctr">
            <a:noFill/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FFFF"/>
                </a:solidFill>
                <a:latin typeface="+mj-ea"/>
                <a:ea typeface="+mj-ea"/>
              </a:rPr>
              <a:t>Laser scanner</a:t>
            </a:r>
            <a:r>
              <a:rPr lang="ko-KR" altLang="en-US" sz="10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FFFF"/>
                </a:solidFill>
                <a:latin typeface="+mj-ea"/>
                <a:ea typeface="+mj-ea"/>
              </a:rPr>
              <a:t> 센서</a:t>
            </a:r>
            <a:endParaRPr lang="en-US" altLang="ko-KR" sz="1000" b="1" kern="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E69C43-CD87-B8A5-532F-DF8A263D9B08}"/>
              </a:ext>
            </a:extLst>
          </p:cNvPr>
          <p:cNvSpPr txBox="1"/>
          <p:nvPr/>
        </p:nvSpPr>
        <p:spPr>
          <a:xfrm>
            <a:off x="604731" y="4460486"/>
            <a:ext cx="5400600" cy="966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최대 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4m 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거리까지 장애물을 감지할 수 있는 레이저 센서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지정된 영역 내에서 장애물과 사람을 효과적으로 탐지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  <a:p>
            <a:pPr marL="228600" indent="-228600">
              <a:lnSpc>
                <a:spcPct val="200000"/>
              </a:lnSpc>
              <a:buFont typeface="+mj-lt"/>
              <a:buAutoNum type="arabicParenR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감속 및 정지 구간을 세분화하여 주변 장애물이나 사람과의 충돌을 사전에 방지할 수 있음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BC2EEC6-3085-C8A2-56F7-AD66949EC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130" y="1248045"/>
            <a:ext cx="1334983" cy="111293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217546A-2868-CF12-0007-C5DE8F4C5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60806" flipH="1">
            <a:off x="2573798" y="2381162"/>
            <a:ext cx="2052923" cy="1320378"/>
          </a:xfrm>
          <a:prstGeom prst="rect">
            <a:avLst/>
          </a:prstGeom>
          <a:ln>
            <a:noFill/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F99216-F457-654F-2812-6ED23C59B65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1426"/>
          <a:stretch>
            <a:fillRect/>
          </a:stretch>
        </p:blipFill>
        <p:spPr>
          <a:xfrm>
            <a:off x="8014967" y="4498693"/>
            <a:ext cx="3572302" cy="179680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77AACA1-90E9-025F-1474-05059BFE26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7360"/>
          <a:stretch>
            <a:fillRect/>
          </a:stretch>
        </p:blipFill>
        <p:spPr>
          <a:xfrm>
            <a:off x="8000284" y="2804398"/>
            <a:ext cx="3586985" cy="171821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7A50518-3660-5C90-D377-E0334340063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5822"/>
          <a:stretch>
            <a:fillRect/>
          </a:stretch>
        </p:blipFill>
        <p:spPr>
          <a:xfrm>
            <a:off x="8000284" y="1048728"/>
            <a:ext cx="3572302" cy="17338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3AE4101-38FD-2F07-7E59-AAB8CB2FBD92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안전 센서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18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56DC5-A34B-6D15-B011-718F00137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F04FC9F-3152-4E7B-9834-7DB348F2F0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542152"/>
            <a:ext cx="4503232" cy="2671286"/>
          </a:xfrm>
          <a:prstGeom prst="rect">
            <a:avLst/>
          </a:prstGeom>
        </p:spPr>
      </p:pic>
      <p:sp>
        <p:nvSpPr>
          <p:cNvPr id="3" name="AutoShape 52">
            <a:extLst>
              <a:ext uri="{FF2B5EF4-FFF2-40B4-BE49-F238E27FC236}">
                <a16:creationId xmlns:a16="http://schemas.microsoft.com/office/drawing/2014/main" id="{861C1258-0402-C05F-8452-A1B7F8DF8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4706" y="4370967"/>
            <a:ext cx="1080956" cy="175054"/>
          </a:xfrm>
          <a:prstGeom prst="roundRect">
            <a:avLst>
              <a:gd name="adj" fmla="val 16667"/>
            </a:avLst>
          </a:prstGeom>
          <a:solidFill>
            <a:srgbClr val="61A00E"/>
          </a:solidFill>
          <a:ln w="9525" cap="flat" cmpd="sng" algn="ctr">
            <a:noFill/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FFFF"/>
                </a:solidFill>
                <a:latin typeface="+mj-ea"/>
                <a:ea typeface="+mj-ea"/>
              </a:rPr>
              <a:t>범퍼 센서</a:t>
            </a:r>
            <a:endParaRPr lang="en-US" altLang="ko-KR" sz="1000" b="1" kern="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FFFF"/>
              </a:solidFill>
              <a:latin typeface="+mj-ea"/>
              <a:ea typeface="+mj-ea"/>
            </a:endParaRPr>
          </a:p>
        </p:txBody>
      </p:sp>
      <p:pic>
        <p:nvPicPr>
          <p:cNvPr id="4" name="그림 3" descr="공학, 산업, 건물, 스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3141106-294B-5C36-DC69-DB2EB72FA56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3" t="21222" b="7815"/>
          <a:stretch/>
        </p:blipFill>
        <p:spPr bwMode="auto">
          <a:xfrm>
            <a:off x="6508182" y="1543231"/>
            <a:ext cx="3966677" cy="266912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AutoShape 52">
            <a:extLst>
              <a:ext uri="{FF2B5EF4-FFF2-40B4-BE49-F238E27FC236}">
                <a16:creationId xmlns:a16="http://schemas.microsoft.com/office/drawing/2014/main" id="{09DEA8F9-EAE5-FECE-9933-DFB83328C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827" y="4370967"/>
            <a:ext cx="1080956" cy="175054"/>
          </a:xfrm>
          <a:prstGeom prst="roundRect">
            <a:avLst>
              <a:gd name="adj" fmla="val 16667"/>
            </a:avLst>
          </a:prstGeom>
          <a:solidFill>
            <a:srgbClr val="61A00E"/>
          </a:solidFill>
          <a:ln w="9525" cap="flat" cmpd="sng" algn="ctr">
            <a:noFill/>
            <a:prstDash val="solid"/>
            <a:headEnd/>
            <a:tailEnd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00" b="1" kern="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FFFF"/>
                </a:solidFill>
                <a:latin typeface="+mj-ea"/>
                <a:ea typeface="+mj-ea"/>
              </a:rPr>
              <a:t>안전빔</a:t>
            </a:r>
            <a:endParaRPr lang="en-US" altLang="ko-KR" sz="1000" b="1" kern="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A8491A-D331-D455-8ACD-D481267F98E8}"/>
              </a:ext>
            </a:extLst>
          </p:cNvPr>
          <p:cNvSpPr txBox="1"/>
          <p:nvPr/>
        </p:nvSpPr>
        <p:spPr>
          <a:xfrm>
            <a:off x="432000" y="4851723"/>
            <a:ext cx="7847432" cy="966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스폰지 재질의 물리적 범퍼를 적용하여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사람이나 물체와 접촉 시 즉시 정지함으로써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안전사고를 사전에 예방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접촉 발생 시 경보음과 함께 비상 정지가 자동으로 작동되어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신속한 대응이 가능하도록 설계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28600" indent="-22860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주행 시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000" b="1" spc="-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안전빔을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투사하여 주변 사람이나 장비에 </a:t>
            </a:r>
            <a:r>
              <a:rPr lang="en-US" altLang="ko-KR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AGV</a:t>
            </a:r>
            <a:r>
              <a:rPr lang="ko-KR" altLang="en-US" sz="1000" b="1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이동 경로를 시각적으로 알림</a:t>
            </a:r>
            <a:endParaRPr lang="en-US" altLang="ko-KR" sz="1000" b="1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6812F3-F88B-D2DE-1923-39F621A68F7D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안전 센서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221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BEC85F62-B309-D9AA-8203-937C061B6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008" y="304367"/>
            <a:ext cx="6350216" cy="4489506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FC02027-E53E-55E0-B448-966672BEB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385982"/>
              </p:ext>
            </p:extLst>
          </p:nvPr>
        </p:nvGraphicFramePr>
        <p:xfrm>
          <a:off x="920305" y="4540300"/>
          <a:ext cx="10697535" cy="18999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2363410">
                  <a:extLst>
                    <a:ext uri="{9D8B030D-6E8A-4147-A177-3AD203B41FA5}">
                      <a16:colId xmlns:a16="http://schemas.microsoft.com/office/drawing/2014/main" val="493588183"/>
                    </a:ext>
                  </a:extLst>
                </a:gridCol>
                <a:gridCol w="1855354">
                  <a:extLst>
                    <a:ext uri="{9D8B030D-6E8A-4147-A177-3AD203B41FA5}">
                      <a16:colId xmlns:a16="http://schemas.microsoft.com/office/drawing/2014/main" val="2547605107"/>
                    </a:ext>
                  </a:extLst>
                </a:gridCol>
                <a:gridCol w="6478771">
                  <a:extLst>
                    <a:ext uri="{9D8B030D-6E8A-4147-A177-3AD203B41FA5}">
                      <a16:colId xmlns:a16="http://schemas.microsoft.com/office/drawing/2014/main" val="32935990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구분</a:t>
                      </a:r>
                    </a:p>
                  </a:txBody>
                  <a:tcPr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영역</a:t>
                      </a:r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기능</a:t>
                      </a:r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005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보호 영역</a:t>
                      </a:r>
                    </a:p>
                  </a:txBody>
                  <a:tcPr anchor="ctr"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Stop Field</a:t>
                      </a:r>
                      <a:endParaRPr lang="ko-KR" altLang="en-US" sz="16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즉시 정지 가능범위 이며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즉시 비상정지를 시행합니다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669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경고 영역</a:t>
                      </a:r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anchor="ctr"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Warning Field</a:t>
                      </a:r>
                      <a:endParaRPr lang="ko-KR" altLang="en-US" sz="16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보호 영역 직전에 위치하며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진입 시 속도를 안전속도 이하로 줄입니다</a:t>
                      </a:r>
                      <a:r>
                        <a:rPr lang="en-US" altLang="ko-KR" sz="1600" dirty="0"/>
                        <a:t>.</a:t>
                      </a:r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23654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경고 영역</a:t>
                      </a:r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anchor="ctr"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Alarm Field</a:t>
                      </a:r>
                      <a:endParaRPr lang="ko-KR" altLang="en-US" sz="1600" dirty="0"/>
                    </a:p>
                  </a:txBody>
                  <a:tcPr anchor="ctr"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로봇의 정지기능에는 관여하지 않고 시청각 경고를 하여 작업자에 주의를 환기합니다</a:t>
                      </a:r>
                      <a:endParaRPr lang="en-US" altLang="ko-KR" sz="1600" dirty="0"/>
                    </a:p>
                  </a:txBody>
                  <a:tcPr>
                    <a:lnL w="63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6946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7D302DD-B3F2-8FD9-01CD-B1495124FFFD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AGV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안전 범위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1176EB40-BCAE-47B5-42F0-C6D62CCE6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082" y="2050738"/>
            <a:ext cx="1334983" cy="111293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8288E83-6215-84D8-2ABD-A803A1CEF686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5606902" y="2176130"/>
            <a:ext cx="4052180" cy="4310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422D76A-9F4F-AB7C-81B0-FC667FBCB2BF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8042942" y="1332614"/>
            <a:ext cx="1616140" cy="12745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662AFDA-7F44-CF6D-9BA2-B4D0AC010652}"/>
              </a:ext>
            </a:extLst>
          </p:cNvPr>
          <p:cNvSpPr txBox="1"/>
          <p:nvPr/>
        </p:nvSpPr>
        <p:spPr>
          <a:xfrm>
            <a:off x="9309536" y="3171442"/>
            <a:ext cx="20340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안전 스캐너 사용</a:t>
            </a:r>
          </a:p>
        </p:txBody>
      </p:sp>
    </p:spTree>
    <p:extLst>
      <p:ext uri="{BB962C8B-B14F-4D97-AF65-F5344CB8AC3E}">
        <p14:creationId xmlns:p14="http://schemas.microsoft.com/office/powerpoint/2010/main" val="3616550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71F2E8-E770-C053-24A5-6CB17863EFBB}"/>
              </a:ext>
            </a:extLst>
          </p:cNvPr>
          <p:cNvSpPr txBox="1"/>
          <p:nvPr/>
        </p:nvSpPr>
        <p:spPr>
          <a:xfrm>
            <a:off x="473740" y="6083173"/>
            <a:ext cx="10370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STO : </a:t>
            </a:r>
            <a:r>
              <a:rPr lang="ko-KR" altLang="en-US" dirty="0"/>
              <a:t>모터의 출력자체를 차단함으로 위험 상황에서 </a:t>
            </a:r>
            <a:r>
              <a:rPr lang="en-US" altLang="ko-KR" dirty="0"/>
              <a:t>AGV</a:t>
            </a:r>
            <a:r>
              <a:rPr lang="ko-KR" altLang="en-US" dirty="0"/>
              <a:t>을 안정적으로 정지시키는 기능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A3564E7-ACE5-5FB9-5635-20A280623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133" y="908085"/>
            <a:ext cx="8193734" cy="504182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5983965-F54C-D583-A5B3-4D5AE4F6EE68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AGV STO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정지</a:t>
            </a:r>
          </a:p>
        </p:txBody>
      </p:sp>
    </p:spTree>
    <p:extLst>
      <p:ext uri="{BB962C8B-B14F-4D97-AF65-F5344CB8AC3E}">
        <p14:creationId xmlns:p14="http://schemas.microsoft.com/office/powerpoint/2010/main" val="1035223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C2093-651B-FD89-B438-AA800572A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523C99B0-BFBF-B364-F53B-C5AAEDB47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84733" y="248716"/>
            <a:ext cx="8429775" cy="63152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AD3344-7A07-2044-2BCE-012E914EA0D6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AGV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휠 속도 감지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70CFA46-9AB0-9D99-522E-5C3955D2D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3953" y="4495217"/>
            <a:ext cx="1048362" cy="8865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058A45-B2A8-4212-7257-E7BF17A3FEDC}"/>
              </a:ext>
            </a:extLst>
          </p:cNvPr>
          <p:cNvSpPr txBox="1"/>
          <p:nvPr/>
        </p:nvSpPr>
        <p:spPr>
          <a:xfrm>
            <a:off x="800986" y="507350"/>
            <a:ext cx="871160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휠 </a:t>
            </a:r>
            <a:r>
              <a:rPr lang="ko-KR" altLang="en-US" dirty="0" err="1"/>
              <a:t>엔코더를</a:t>
            </a:r>
            <a:r>
              <a:rPr lang="ko-KR" altLang="en-US" dirty="0"/>
              <a:t> 설치하여 바퀴의 회전을 실시간으로 감시합니다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250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AE9BE-1B44-A0D7-1AE8-F16706FF7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F3E2DD1-C01F-7D85-9FE2-CC857816D05D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AGV </a:t>
            </a:r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휠 속도 감지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339FDF-EC1B-C96D-4D81-25DF62637E44}"/>
              </a:ext>
            </a:extLst>
          </p:cNvPr>
          <p:cNvSpPr txBox="1"/>
          <p:nvPr/>
        </p:nvSpPr>
        <p:spPr>
          <a:xfrm>
            <a:off x="850605" y="779722"/>
            <a:ext cx="8711609" cy="2116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다음의 상황에서 </a:t>
            </a:r>
            <a:r>
              <a:rPr lang="en-US" altLang="ko-KR" dirty="0"/>
              <a:t>AGV</a:t>
            </a:r>
            <a:r>
              <a:rPr lang="ko-KR" altLang="en-US" dirty="0"/>
              <a:t>의 안전 정지를 실행합니다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/>
              <a:t> </a:t>
            </a:r>
            <a:r>
              <a:rPr lang="ko-KR" altLang="en-US" dirty="0"/>
              <a:t>바퀴의 지령 속도와 </a:t>
            </a:r>
            <a:r>
              <a:rPr lang="ko-KR" altLang="en-US" dirty="0" err="1"/>
              <a:t>엔코더에</a:t>
            </a:r>
            <a:r>
              <a:rPr lang="ko-KR" altLang="en-US" dirty="0"/>
              <a:t> 측정된 속도의 값이 다를 때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/>
              <a:t> </a:t>
            </a:r>
            <a:r>
              <a:rPr lang="ko-KR" altLang="en-US" dirty="0"/>
              <a:t>바퀴의 회전 방향과 </a:t>
            </a:r>
            <a:r>
              <a:rPr lang="ko-KR" altLang="en-US" dirty="0" err="1"/>
              <a:t>엔코더의</a:t>
            </a:r>
            <a:r>
              <a:rPr lang="ko-KR" altLang="en-US" dirty="0"/>
              <a:t> 회전방향이 다를 때</a:t>
            </a:r>
            <a:endParaRPr lang="en-US" altLang="ko-KR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/>
              <a:t> </a:t>
            </a:r>
            <a:r>
              <a:rPr lang="ko-KR" altLang="en-US" dirty="0"/>
              <a:t>모터의 출력</a:t>
            </a:r>
            <a:r>
              <a:rPr lang="en-US" altLang="ko-KR" dirty="0"/>
              <a:t>(</a:t>
            </a:r>
            <a:r>
              <a:rPr lang="ko-KR" altLang="en-US" dirty="0"/>
              <a:t>내장 </a:t>
            </a:r>
            <a:r>
              <a:rPr lang="ko-KR" altLang="en-US" dirty="0" err="1"/>
              <a:t>엔코더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ko-KR" altLang="en-US" dirty="0" err="1"/>
              <a:t>엔코더의</a:t>
            </a:r>
            <a:r>
              <a:rPr lang="ko-KR" altLang="en-US" dirty="0"/>
              <a:t> 출력을 비교하여 </a:t>
            </a:r>
            <a:r>
              <a:rPr lang="ko-KR" altLang="en-US" dirty="0" err="1"/>
              <a:t>엔코더의</a:t>
            </a:r>
            <a:r>
              <a:rPr lang="ko-KR" altLang="en-US" dirty="0"/>
              <a:t> 고장으로 인식될 때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90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D6B6-042C-91AD-9EFB-BFE54FA93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A5F6ED-226C-46CD-B98A-1F8C939398EF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원격 비상정지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1637C94-B74C-EA0B-13B5-FE41AD7D0B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897" t="50000" r="34565" b="28785"/>
          <a:stretch>
            <a:fillRect/>
          </a:stretch>
        </p:blipFill>
        <p:spPr>
          <a:xfrm>
            <a:off x="4699589" y="1974112"/>
            <a:ext cx="850605" cy="145488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613A28E-F338-83CC-858E-65AECADA1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0806" flipH="1">
            <a:off x="1543527" y="4585655"/>
            <a:ext cx="2052923" cy="1320378"/>
          </a:xfrm>
          <a:prstGeom prst="rect">
            <a:avLst/>
          </a:prstGeom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4A89A0-60F3-2D49-6999-115E6E096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0806" flipH="1">
            <a:off x="4010281" y="4543573"/>
            <a:ext cx="2052923" cy="1320378"/>
          </a:xfrm>
          <a:prstGeom prst="rect">
            <a:avLst/>
          </a:prstGeom>
          <a:ln>
            <a:noFill/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DCB7AD8-ADE6-E6F8-3AB8-9ED18F7EB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60806" flipH="1">
            <a:off x="6530652" y="4543573"/>
            <a:ext cx="2052923" cy="1320378"/>
          </a:xfrm>
          <a:prstGeom prst="rect">
            <a:avLst/>
          </a:prstGeom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C9EFD71-9452-A80A-3564-D9CE4C32C673}"/>
              </a:ext>
            </a:extLst>
          </p:cNvPr>
          <p:cNvSpPr txBox="1"/>
          <p:nvPr/>
        </p:nvSpPr>
        <p:spPr>
          <a:xfrm>
            <a:off x="800986" y="507350"/>
            <a:ext cx="8711609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비상시 원격 비상스위치를 통하여 즉시 모든 </a:t>
            </a:r>
            <a:r>
              <a:rPr lang="en-US" altLang="ko-KR" dirty="0"/>
              <a:t>AGV</a:t>
            </a:r>
            <a:r>
              <a:rPr lang="ko-KR" altLang="en-US" dirty="0"/>
              <a:t>을 정지 시킬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F63C428-41EC-805D-0592-37662783BD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827" y="4063765"/>
            <a:ext cx="397579" cy="32186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C87BAFE-D9DE-9AFC-EDB8-EB77DD9759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8000" y="4063765"/>
            <a:ext cx="397579" cy="32186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ED492F2-9476-0180-F009-0EEA1E070B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015" y="4063765"/>
            <a:ext cx="397579" cy="32186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A44D67B-698A-0F03-32F8-D8BA5091E1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6409" y="1334864"/>
            <a:ext cx="397579" cy="321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65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C44EC2-4372-E03E-B3C0-052A5DD3EA9C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배터리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8266481-1644-B6C7-F69C-90C256A47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556705"/>
              </p:ext>
            </p:extLst>
          </p:nvPr>
        </p:nvGraphicFramePr>
        <p:xfrm>
          <a:off x="5722642" y="735457"/>
          <a:ext cx="5115478" cy="5151897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1421992">
                  <a:extLst>
                    <a:ext uri="{9D8B030D-6E8A-4147-A177-3AD203B41FA5}">
                      <a16:colId xmlns:a16="http://schemas.microsoft.com/office/drawing/2014/main" val="3520180841"/>
                    </a:ext>
                  </a:extLst>
                </a:gridCol>
                <a:gridCol w="3693486">
                  <a:extLst>
                    <a:ext uri="{9D8B030D-6E8A-4147-A177-3AD203B41FA5}">
                      <a16:colId xmlns:a16="http://schemas.microsoft.com/office/drawing/2014/main" val="704448158"/>
                    </a:ext>
                  </a:extLst>
                </a:gridCol>
              </a:tblGrid>
              <a:tr h="4097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전지 형식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16S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리튬인산철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02436997"/>
                  </a:ext>
                </a:extLst>
              </a:tr>
              <a:tr h="4111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공칭 전압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51.2V(44.8 ~ 58.4V)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61029597"/>
                  </a:ext>
                </a:extLst>
              </a:tr>
              <a:tr h="4536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공칭 용량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150Ah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58521496"/>
                  </a:ext>
                </a:extLst>
              </a:tr>
              <a:tr h="36859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에너지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7.6KWh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85907416"/>
                  </a:ext>
                </a:extLst>
              </a:tr>
              <a:tr h="3969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정격 전류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75A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949723776"/>
                  </a:ext>
                </a:extLst>
              </a:tr>
              <a:tr h="4607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>
                          <a:effectLst/>
                        </a:rPr>
                        <a:t>최대 출력 전류</a:t>
                      </a:r>
                      <a:endParaRPr lang="ko-KR" altLang="en-US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225A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89537188"/>
                  </a:ext>
                </a:extLst>
              </a:tr>
              <a:tr h="4111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온도 범위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400" u="none" strike="noStrike">
                          <a:effectLst/>
                        </a:rPr>
                        <a:t>0 ~ 45℃</a:t>
                      </a:r>
                      <a:endParaRPr lang="en-US" altLang="ko-KR" sz="14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749157871"/>
                  </a:ext>
                </a:extLst>
              </a:tr>
              <a:tr h="22399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BMS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과충전</a:t>
                      </a:r>
                      <a:r>
                        <a:rPr lang="ko-KR" altLang="en-US" sz="1400" u="none" strike="noStrike" dirty="0">
                          <a:effectLst/>
                        </a:rPr>
                        <a:t> 차단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과충전</a:t>
                      </a:r>
                      <a:r>
                        <a:rPr lang="ko-KR" altLang="en-US" sz="1400" u="none" strike="noStrike" dirty="0">
                          <a:effectLst/>
                        </a:rPr>
                        <a:t> 복귀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과방전</a:t>
                      </a:r>
                      <a:r>
                        <a:rPr lang="ko-KR" altLang="en-US" sz="1400" u="none" strike="noStrike" dirty="0">
                          <a:effectLst/>
                        </a:rPr>
                        <a:t> 차단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과방전</a:t>
                      </a:r>
                      <a:r>
                        <a:rPr lang="ko-KR" altLang="en-US" sz="1400" u="none" strike="noStrike" dirty="0">
                          <a:effectLst/>
                        </a:rPr>
                        <a:t> 복귀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>
                          <a:effectLst/>
                        </a:rPr>
                        <a:t>과전류 차단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>
                          <a:effectLst/>
                        </a:rPr>
                        <a:t>단락보호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>
                          <a:effectLst/>
                        </a:rPr>
                        <a:t>고온차단</a:t>
                      </a:r>
                      <a:br>
                        <a:rPr lang="ko-KR" altLang="en-US" sz="1400" u="none" strike="noStrike" dirty="0">
                          <a:effectLst/>
                        </a:rPr>
                      </a:br>
                      <a:r>
                        <a:rPr lang="ko-KR" altLang="en-US" sz="1400" u="none" strike="noStrike" dirty="0">
                          <a:effectLst/>
                        </a:rPr>
                        <a:t> </a:t>
                      </a:r>
                      <a:r>
                        <a:rPr lang="en-US" altLang="ko-KR" sz="1400" u="none" strike="noStrike" dirty="0">
                          <a:effectLst/>
                        </a:rPr>
                        <a:t>- </a:t>
                      </a:r>
                      <a:r>
                        <a:rPr lang="ko-KR" altLang="en-US" sz="1400" u="none" strike="noStrike" dirty="0">
                          <a:effectLst/>
                        </a:rPr>
                        <a:t>셀 </a:t>
                      </a:r>
                      <a:r>
                        <a:rPr lang="ko-KR" altLang="en-US" sz="1400" u="none" strike="noStrike" dirty="0" err="1">
                          <a:effectLst/>
                        </a:rPr>
                        <a:t>밸런싱</a:t>
                      </a:r>
                      <a:endParaRPr lang="ko-KR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00233423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A424D9B6-AF7D-80A8-AA23-DEBC36C5E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13" y="1744273"/>
            <a:ext cx="4712862" cy="36783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473CC64-6EA6-830B-26F9-56525DA1E915}"/>
              </a:ext>
            </a:extLst>
          </p:cNvPr>
          <p:cNvSpPr txBox="1"/>
          <p:nvPr/>
        </p:nvSpPr>
        <p:spPr>
          <a:xfrm>
            <a:off x="574158" y="6025117"/>
            <a:ext cx="9023497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※ </a:t>
            </a:r>
            <a:r>
              <a:rPr lang="ko-KR" altLang="en-US" dirty="0"/>
              <a:t>외부에 노출된 전원차단 스위치를 통해 즉시 배터리의 출력을 차단할 수 있습니다</a:t>
            </a:r>
          </a:p>
        </p:txBody>
      </p:sp>
    </p:spTree>
    <p:extLst>
      <p:ext uri="{BB962C8B-B14F-4D97-AF65-F5344CB8AC3E}">
        <p14:creationId xmlns:p14="http://schemas.microsoft.com/office/powerpoint/2010/main" val="3423630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9324-46E5-8721-45B2-0DC3A8C54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A868FF-4264-4DDB-52E4-99A18DB79390}"/>
              </a:ext>
            </a:extLst>
          </p:cNvPr>
          <p:cNvSpPr txBox="1"/>
          <p:nvPr/>
        </p:nvSpPr>
        <p:spPr>
          <a:xfrm>
            <a:off x="300774" y="136029"/>
            <a:ext cx="308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충전 커넥터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529F5ED-8C62-F471-EC1A-A7A97904F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253" y="1134218"/>
            <a:ext cx="2485132" cy="261847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BC70FAD-3F90-B339-E292-BC78056C0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72" y="3841689"/>
            <a:ext cx="3136493" cy="24420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F5546DD-A9C4-AF5F-0870-3F25BA5F490C}"/>
              </a:ext>
            </a:extLst>
          </p:cNvPr>
          <p:cNvSpPr txBox="1"/>
          <p:nvPr/>
        </p:nvSpPr>
        <p:spPr>
          <a:xfrm>
            <a:off x="3637065" y="794352"/>
            <a:ext cx="7938247" cy="4193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충전 커넥터는 다음과 같은 사항을 충족합니다</a:t>
            </a:r>
            <a:r>
              <a:rPr lang="en-US" altLang="ko-KR" dirty="0"/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en-US" altLang="ko-KR" dirty="0"/>
              <a:t> </a:t>
            </a:r>
            <a:r>
              <a:rPr lang="ko-KR" altLang="en-US" dirty="0"/>
              <a:t>충전 패드 노출 제한</a:t>
            </a:r>
            <a:r>
              <a:rPr lang="en-US" altLang="ko-KR" dirty="0"/>
              <a:t>: AGV/AMR</a:t>
            </a:r>
            <a:r>
              <a:rPr lang="ko-KR" altLang="en-US" dirty="0"/>
              <a:t>이 충전 스테이션에 도킹하기 전에는 충전 전극</a:t>
            </a:r>
            <a:r>
              <a:rPr lang="en-US" altLang="ko-KR" dirty="0"/>
              <a:t>(</a:t>
            </a:r>
            <a:r>
              <a:rPr lang="ko-KR" altLang="en-US" dirty="0"/>
              <a:t>플레이트</a:t>
            </a:r>
            <a:r>
              <a:rPr lang="en-US" altLang="ko-KR" dirty="0"/>
              <a:t>)</a:t>
            </a:r>
            <a:r>
              <a:rPr lang="ko-KR" altLang="en-US" dirty="0"/>
              <a:t>에 전압이 인가되어 있으면 안 됩니다</a:t>
            </a:r>
            <a:r>
              <a:rPr lang="en-US" altLang="ko-KR" dirty="0"/>
              <a:t>. </a:t>
            </a:r>
            <a:r>
              <a:rPr lang="ko-KR" altLang="en-US" dirty="0"/>
              <a:t>로봇이 완전히 진입하여 통신으로 매칭이 확인된 순간에만 충전 전류가 흐르도록 </a:t>
            </a:r>
            <a:r>
              <a:rPr lang="ko-KR" altLang="en-US" dirty="0" err="1"/>
              <a:t>인터록을</a:t>
            </a:r>
            <a:r>
              <a:rPr lang="ko-KR" altLang="en-US" dirty="0"/>
              <a:t> 겁니다</a:t>
            </a:r>
            <a:r>
              <a:rPr lang="en-US" altLang="ko-KR" dirty="0"/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 err="1"/>
              <a:t>오정렬</a:t>
            </a:r>
            <a:r>
              <a:rPr lang="en-US" altLang="ko-KR" dirty="0"/>
              <a:t>(Misalignment) </a:t>
            </a:r>
            <a:r>
              <a:rPr lang="ko-KR" altLang="en-US" dirty="0"/>
              <a:t>대응</a:t>
            </a:r>
            <a:r>
              <a:rPr lang="en-US" altLang="ko-KR" dirty="0"/>
              <a:t>: </a:t>
            </a:r>
            <a:r>
              <a:rPr lang="ko-KR" altLang="en-US" dirty="0"/>
              <a:t>로봇이 충전 패드에 비뚤어지게 진입하여 접촉 불량으로 인한 아크</a:t>
            </a:r>
            <a:r>
              <a:rPr lang="en-US" altLang="ko-KR" dirty="0"/>
              <a:t>(</a:t>
            </a:r>
            <a:r>
              <a:rPr lang="ko-KR" altLang="en-US" dirty="0"/>
              <a:t>불꽃</a:t>
            </a:r>
            <a:r>
              <a:rPr lang="en-US" altLang="ko-KR" dirty="0"/>
              <a:t>)</a:t>
            </a:r>
            <a:r>
              <a:rPr lang="ko-KR" altLang="en-US" dirty="0"/>
              <a:t>가 발생하지 않도록</a:t>
            </a:r>
            <a:r>
              <a:rPr lang="en-US" altLang="ko-KR" dirty="0"/>
              <a:t>, </a:t>
            </a:r>
            <a:r>
              <a:rPr lang="ko-KR" altLang="en-US" dirty="0"/>
              <a:t>가이드 </a:t>
            </a:r>
            <a:r>
              <a:rPr lang="ko-KR" altLang="en-US" dirty="0" err="1"/>
              <a:t>매커니즘을</a:t>
            </a:r>
            <a:r>
              <a:rPr lang="ko-KR" altLang="en-US" dirty="0"/>
              <a:t> 설계하거나 접촉 상태를 감시해야 합니다</a:t>
            </a:r>
            <a:r>
              <a:rPr lang="en-US" altLang="ko-KR" dirty="0"/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arenR"/>
            </a:pPr>
            <a:r>
              <a:rPr lang="ko-KR" altLang="en-US" dirty="0"/>
              <a:t>이물질 감지</a:t>
            </a:r>
            <a:r>
              <a:rPr lang="en-US" altLang="ko-KR" dirty="0"/>
              <a:t>: </a:t>
            </a:r>
            <a:r>
              <a:rPr lang="ko-KR" altLang="en-US" dirty="0"/>
              <a:t>충전 패드 사이에 금속 이물질이 끼어 단락</a:t>
            </a:r>
            <a:r>
              <a:rPr lang="en-US" altLang="ko-KR" dirty="0"/>
              <a:t>(Short)</a:t>
            </a:r>
            <a:r>
              <a:rPr lang="ko-KR" altLang="en-US" dirty="0"/>
              <a:t>되는 것을 방지하는 구조나 감지 기능이 필요합니다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4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9BAD6C-04BB-DADE-A7A0-32879EC9FF51}"/>
              </a:ext>
            </a:extLst>
          </p:cNvPr>
          <p:cNvSpPr/>
          <p:nvPr/>
        </p:nvSpPr>
        <p:spPr>
          <a:xfrm>
            <a:off x="824113" y="3278634"/>
            <a:ext cx="869707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prstClr val="white"/>
                </a:solidFill>
                <a:latin typeface="Verdana"/>
                <a:ea typeface="Tahoma" panose="020B0604030504040204" pitchFamily="34" charset="0"/>
                <a:cs typeface="Tahoma" panose="020B0604030504040204" pitchFamily="34" charset="0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723857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그룹 25">
            <a:extLst>
              <a:ext uri="{FF2B5EF4-FFF2-40B4-BE49-F238E27FC236}">
                <a16:creationId xmlns:a16="http://schemas.microsoft.com/office/drawing/2014/main" id="{03353F6D-0D25-06A5-D2E1-1908A91524C4}"/>
              </a:ext>
            </a:extLst>
          </p:cNvPr>
          <p:cNvGrpSpPr/>
          <p:nvPr/>
        </p:nvGrpSpPr>
        <p:grpSpPr>
          <a:xfrm>
            <a:off x="490117" y="1284089"/>
            <a:ext cx="4636157" cy="3266556"/>
            <a:chOff x="531627" y="1169583"/>
            <a:chExt cx="6941660" cy="4890973"/>
          </a:xfrm>
        </p:grpSpPr>
        <p:sp>
          <p:nvSpPr>
            <p:cNvPr id="13" name="화살표: 톱니 모양의 오른쪽 12">
              <a:extLst>
                <a:ext uri="{FF2B5EF4-FFF2-40B4-BE49-F238E27FC236}">
                  <a16:creationId xmlns:a16="http://schemas.microsoft.com/office/drawing/2014/main" id="{5D496983-B349-75EC-55A1-4BFE6AD0FC9D}"/>
                </a:ext>
              </a:extLst>
            </p:cNvPr>
            <p:cNvSpPr/>
            <p:nvPr/>
          </p:nvSpPr>
          <p:spPr>
            <a:xfrm rot="9862045">
              <a:off x="1353292" y="3364640"/>
              <a:ext cx="3694745" cy="475223"/>
            </a:xfrm>
            <a:custGeom>
              <a:avLst/>
              <a:gdLst>
                <a:gd name="csX0" fmla="*/ 0 w 2126511"/>
                <a:gd name="csY0" fmla="*/ 108489 h 433955"/>
                <a:gd name="csX1" fmla="*/ 1358740 w 2126511"/>
                <a:gd name="csY1" fmla="*/ 108489 h 433955"/>
                <a:gd name="csX2" fmla="*/ 1358740 w 2126511"/>
                <a:gd name="csY2" fmla="*/ 0 h 433955"/>
                <a:gd name="csX3" fmla="*/ 2126511 w 2126511"/>
                <a:gd name="csY3" fmla="*/ 216978 h 433955"/>
                <a:gd name="csX4" fmla="*/ 1358740 w 2126511"/>
                <a:gd name="csY4" fmla="*/ 433955 h 433955"/>
                <a:gd name="csX5" fmla="*/ 1358740 w 2126511"/>
                <a:gd name="csY5" fmla="*/ 325466 h 433955"/>
                <a:gd name="csX6" fmla="*/ 0 w 2126511"/>
                <a:gd name="csY6" fmla="*/ 325466 h 433955"/>
                <a:gd name="csX7" fmla="*/ 383885 w 2126511"/>
                <a:gd name="csY7" fmla="*/ 216978 h 433955"/>
                <a:gd name="csX8" fmla="*/ 0 w 2126511"/>
                <a:gd name="csY8" fmla="*/ 108489 h 433955"/>
                <a:gd name="csX0" fmla="*/ 0 w 2126511"/>
                <a:gd name="csY0" fmla="*/ 108489 h 455313"/>
                <a:gd name="csX1" fmla="*/ 1358740 w 2126511"/>
                <a:gd name="csY1" fmla="*/ 108489 h 455313"/>
                <a:gd name="csX2" fmla="*/ 1358740 w 2126511"/>
                <a:gd name="csY2" fmla="*/ 0 h 455313"/>
                <a:gd name="csX3" fmla="*/ 2126511 w 2126511"/>
                <a:gd name="csY3" fmla="*/ 216978 h 455313"/>
                <a:gd name="csX4" fmla="*/ 1335316 w 2126511"/>
                <a:gd name="csY4" fmla="*/ 455313 h 455313"/>
                <a:gd name="csX5" fmla="*/ 1358740 w 2126511"/>
                <a:gd name="csY5" fmla="*/ 325466 h 455313"/>
                <a:gd name="csX6" fmla="*/ 0 w 2126511"/>
                <a:gd name="csY6" fmla="*/ 325466 h 455313"/>
                <a:gd name="csX7" fmla="*/ 383885 w 2126511"/>
                <a:gd name="csY7" fmla="*/ 216978 h 455313"/>
                <a:gd name="csX8" fmla="*/ 0 w 2126511"/>
                <a:gd name="csY8" fmla="*/ 108489 h 455313"/>
                <a:gd name="csX0" fmla="*/ 0 w 2126511"/>
                <a:gd name="csY0" fmla="*/ 218030 h 564854"/>
                <a:gd name="csX1" fmla="*/ 1358740 w 2126511"/>
                <a:gd name="csY1" fmla="*/ 218030 h 564854"/>
                <a:gd name="csX2" fmla="*/ 1173059 w 2126511"/>
                <a:gd name="csY2" fmla="*/ 0 h 564854"/>
                <a:gd name="csX3" fmla="*/ 2126511 w 2126511"/>
                <a:gd name="csY3" fmla="*/ 326519 h 564854"/>
                <a:gd name="csX4" fmla="*/ 1335316 w 2126511"/>
                <a:gd name="csY4" fmla="*/ 564854 h 564854"/>
                <a:gd name="csX5" fmla="*/ 1358740 w 2126511"/>
                <a:gd name="csY5" fmla="*/ 435007 h 564854"/>
                <a:gd name="csX6" fmla="*/ 0 w 2126511"/>
                <a:gd name="csY6" fmla="*/ 435007 h 564854"/>
                <a:gd name="csX7" fmla="*/ 383885 w 2126511"/>
                <a:gd name="csY7" fmla="*/ 326519 h 564854"/>
                <a:gd name="csX8" fmla="*/ 0 w 2126511"/>
                <a:gd name="csY8" fmla="*/ 218030 h 564854"/>
                <a:gd name="csX0" fmla="*/ 0 w 2126511"/>
                <a:gd name="csY0" fmla="*/ 218030 h 631545"/>
                <a:gd name="csX1" fmla="*/ 1358740 w 2126511"/>
                <a:gd name="csY1" fmla="*/ 218030 h 631545"/>
                <a:gd name="csX2" fmla="*/ 1173059 w 2126511"/>
                <a:gd name="csY2" fmla="*/ 0 h 631545"/>
                <a:gd name="csX3" fmla="*/ 2126511 w 2126511"/>
                <a:gd name="csY3" fmla="*/ 326519 h 631545"/>
                <a:gd name="csX4" fmla="*/ 1370387 w 2126511"/>
                <a:gd name="csY4" fmla="*/ 631545 h 631545"/>
                <a:gd name="csX5" fmla="*/ 1358740 w 2126511"/>
                <a:gd name="csY5" fmla="*/ 435007 h 631545"/>
                <a:gd name="csX6" fmla="*/ 0 w 2126511"/>
                <a:gd name="csY6" fmla="*/ 435007 h 631545"/>
                <a:gd name="csX7" fmla="*/ 383885 w 2126511"/>
                <a:gd name="csY7" fmla="*/ 326519 h 631545"/>
                <a:gd name="csX8" fmla="*/ 0 w 2126511"/>
                <a:gd name="csY8" fmla="*/ 218030 h 631545"/>
                <a:gd name="csX0" fmla="*/ 0 w 2126511"/>
                <a:gd name="csY0" fmla="*/ 218030 h 631545"/>
                <a:gd name="csX1" fmla="*/ 1358740 w 2126511"/>
                <a:gd name="csY1" fmla="*/ 218030 h 631545"/>
                <a:gd name="csX2" fmla="*/ 1173059 w 2126511"/>
                <a:gd name="csY2" fmla="*/ 0 h 631545"/>
                <a:gd name="csX3" fmla="*/ 2126511 w 2126511"/>
                <a:gd name="csY3" fmla="*/ 326519 h 631545"/>
                <a:gd name="csX4" fmla="*/ 1370387 w 2126511"/>
                <a:gd name="csY4" fmla="*/ 631545 h 631545"/>
                <a:gd name="csX5" fmla="*/ 1358740 w 2126511"/>
                <a:gd name="csY5" fmla="*/ 435007 h 631545"/>
                <a:gd name="csX6" fmla="*/ 93631 w 2126511"/>
                <a:gd name="csY6" fmla="*/ 448301 h 631545"/>
                <a:gd name="csX7" fmla="*/ 383885 w 2126511"/>
                <a:gd name="csY7" fmla="*/ 326519 h 631545"/>
                <a:gd name="csX8" fmla="*/ 0 w 2126511"/>
                <a:gd name="csY8" fmla="*/ 218030 h 631545"/>
                <a:gd name="csX0" fmla="*/ 0 w 2126511"/>
                <a:gd name="csY0" fmla="*/ 218030 h 631545"/>
                <a:gd name="csX1" fmla="*/ 1358740 w 2126511"/>
                <a:gd name="csY1" fmla="*/ 218030 h 631545"/>
                <a:gd name="csX2" fmla="*/ 1173059 w 2126511"/>
                <a:gd name="csY2" fmla="*/ 0 h 631545"/>
                <a:gd name="csX3" fmla="*/ 2126511 w 2126511"/>
                <a:gd name="csY3" fmla="*/ 326519 h 631545"/>
                <a:gd name="csX4" fmla="*/ 1370387 w 2126511"/>
                <a:gd name="csY4" fmla="*/ 631545 h 631545"/>
                <a:gd name="csX5" fmla="*/ 1358740 w 2126511"/>
                <a:gd name="csY5" fmla="*/ 435007 h 631545"/>
                <a:gd name="csX6" fmla="*/ 93631 w 2126511"/>
                <a:gd name="csY6" fmla="*/ 448301 h 631545"/>
                <a:gd name="csX7" fmla="*/ 245470 w 2126511"/>
                <a:gd name="csY7" fmla="*/ 311158 h 631545"/>
                <a:gd name="csX8" fmla="*/ 0 w 2126511"/>
                <a:gd name="csY8" fmla="*/ 218030 h 631545"/>
                <a:gd name="csX0" fmla="*/ 0 w 2126511"/>
                <a:gd name="csY0" fmla="*/ 362576 h 776091"/>
                <a:gd name="csX1" fmla="*/ 1358740 w 2126511"/>
                <a:gd name="csY1" fmla="*/ 362576 h 776091"/>
                <a:gd name="csX2" fmla="*/ 1152798 w 2126511"/>
                <a:gd name="csY2" fmla="*/ 0 h 776091"/>
                <a:gd name="csX3" fmla="*/ 2126511 w 2126511"/>
                <a:gd name="csY3" fmla="*/ 471065 h 776091"/>
                <a:gd name="csX4" fmla="*/ 1370387 w 2126511"/>
                <a:gd name="csY4" fmla="*/ 776091 h 776091"/>
                <a:gd name="csX5" fmla="*/ 1358740 w 2126511"/>
                <a:gd name="csY5" fmla="*/ 579553 h 776091"/>
                <a:gd name="csX6" fmla="*/ 93631 w 2126511"/>
                <a:gd name="csY6" fmla="*/ 592847 h 776091"/>
                <a:gd name="csX7" fmla="*/ 245470 w 2126511"/>
                <a:gd name="csY7" fmla="*/ 455704 h 776091"/>
                <a:gd name="csX8" fmla="*/ 0 w 2126511"/>
                <a:gd name="csY8" fmla="*/ 362576 h 776091"/>
                <a:gd name="csX0" fmla="*/ 0 w 2126511"/>
                <a:gd name="csY0" fmla="*/ 362510 h 776025"/>
                <a:gd name="csX1" fmla="*/ 1358740 w 2126511"/>
                <a:gd name="csY1" fmla="*/ 362510 h 776025"/>
                <a:gd name="csX2" fmla="*/ 1251527 w 2126511"/>
                <a:gd name="csY2" fmla="*/ 0 h 776025"/>
                <a:gd name="csX3" fmla="*/ 2126511 w 2126511"/>
                <a:gd name="csY3" fmla="*/ 470999 h 776025"/>
                <a:gd name="csX4" fmla="*/ 1370387 w 2126511"/>
                <a:gd name="csY4" fmla="*/ 776025 h 776025"/>
                <a:gd name="csX5" fmla="*/ 1358740 w 2126511"/>
                <a:gd name="csY5" fmla="*/ 579487 h 776025"/>
                <a:gd name="csX6" fmla="*/ 93631 w 2126511"/>
                <a:gd name="csY6" fmla="*/ 592781 h 776025"/>
                <a:gd name="csX7" fmla="*/ 245470 w 2126511"/>
                <a:gd name="csY7" fmla="*/ 455638 h 776025"/>
                <a:gd name="csX8" fmla="*/ 0 w 2126511"/>
                <a:gd name="csY8" fmla="*/ 362510 h 776025"/>
                <a:gd name="csX0" fmla="*/ 0 w 2126511"/>
                <a:gd name="csY0" fmla="*/ 283074 h 696589"/>
                <a:gd name="csX1" fmla="*/ 1358740 w 2126511"/>
                <a:gd name="csY1" fmla="*/ 283074 h 696589"/>
                <a:gd name="csX2" fmla="*/ 1319668 w 2126511"/>
                <a:gd name="csY2" fmla="*/ 0 h 696589"/>
                <a:gd name="csX3" fmla="*/ 2126511 w 2126511"/>
                <a:gd name="csY3" fmla="*/ 391563 h 696589"/>
                <a:gd name="csX4" fmla="*/ 1370387 w 2126511"/>
                <a:gd name="csY4" fmla="*/ 696589 h 696589"/>
                <a:gd name="csX5" fmla="*/ 1358740 w 2126511"/>
                <a:gd name="csY5" fmla="*/ 500051 h 696589"/>
                <a:gd name="csX6" fmla="*/ 93631 w 2126511"/>
                <a:gd name="csY6" fmla="*/ 513345 h 696589"/>
                <a:gd name="csX7" fmla="*/ 245470 w 2126511"/>
                <a:gd name="csY7" fmla="*/ 376202 h 696589"/>
                <a:gd name="csX8" fmla="*/ 0 w 2126511"/>
                <a:gd name="csY8" fmla="*/ 283074 h 696589"/>
                <a:gd name="csX0" fmla="*/ 0 w 2126511"/>
                <a:gd name="csY0" fmla="*/ 300368 h 713883"/>
                <a:gd name="csX1" fmla="*/ 1358740 w 2126511"/>
                <a:gd name="csY1" fmla="*/ 300368 h 713883"/>
                <a:gd name="csX2" fmla="*/ 1333929 w 2126511"/>
                <a:gd name="csY2" fmla="*/ 0 h 713883"/>
                <a:gd name="csX3" fmla="*/ 2126511 w 2126511"/>
                <a:gd name="csY3" fmla="*/ 408857 h 713883"/>
                <a:gd name="csX4" fmla="*/ 1370387 w 2126511"/>
                <a:gd name="csY4" fmla="*/ 713883 h 713883"/>
                <a:gd name="csX5" fmla="*/ 1358740 w 2126511"/>
                <a:gd name="csY5" fmla="*/ 517345 h 713883"/>
                <a:gd name="csX6" fmla="*/ 93631 w 2126511"/>
                <a:gd name="csY6" fmla="*/ 530639 h 713883"/>
                <a:gd name="csX7" fmla="*/ 245470 w 2126511"/>
                <a:gd name="csY7" fmla="*/ 393496 h 713883"/>
                <a:gd name="csX8" fmla="*/ 0 w 2126511"/>
                <a:gd name="csY8" fmla="*/ 300368 h 713883"/>
                <a:gd name="csX0" fmla="*/ 0 w 2126511"/>
                <a:gd name="csY0" fmla="*/ 300368 h 713883"/>
                <a:gd name="csX1" fmla="*/ 1358740 w 2126511"/>
                <a:gd name="csY1" fmla="*/ 300368 h 713883"/>
                <a:gd name="csX2" fmla="*/ 1333929 w 2126511"/>
                <a:gd name="csY2" fmla="*/ 0 h 713883"/>
                <a:gd name="csX3" fmla="*/ 2126511 w 2126511"/>
                <a:gd name="csY3" fmla="*/ 408857 h 713883"/>
                <a:gd name="csX4" fmla="*/ 1370387 w 2126511"/>
                <a:gd name="csY4" fmla="*/ 713883 h 713883"/>
                <a:gd name="csX5" fmla="*/ 1358740 w 2126511"/>
                <a:gd name="csY5" fmla="*/ 517345 h 713883"/>
                <a:gd name="csX6" fmla="*/ 93631 w 2126511"/>
                <a:gd name="csY6" fmla="*/ 530639 h 713883"/>
                <a:gd name="csX7" fmla="*/ 247470 w 2126511"/>
                <a:gd name="csY7" fmla="*/ 447443 h 713883"/>
                <a:gd name="csX8" fmla="*/ 0 w 2126511"/>
                <a:gd name="csY8" fmla="*/ 300368 h 713883"/>
                <a:gd name="csX0" fmla="*/ 0 w 2126511"/>
                <a:gd name="csY0" fmla="*/ 300368 h 713883"/>
                <a:gd name="csX1" fmla="*/ 1358740 w 2126511"/>
                <a:gd name="csY1" fmla="*/ 300368 h 713883"/>
                <a:gd name="csX2" fmla="*/ 1333929 w 2126511"/>
                <a:gd name="csY2" fmla="*/ 0 h 713883"/>
                <a:gd name="csX3" fmla="*/ 2126511 w 2126511"/>
                <a:gd name="csY3" fmla="*/ 408857 h 713883"/>
                <a:gd name="csX4" fmla="*/ 1370387 w 2126511"/>
                <a:gd name="csY4" fmla="*/ 713883 h 713883"/>
                <a:gd name="csX5" fmla="*/ 1364871 w 2126511"/>
                <a:gd name="csY5" fmla="*/ 481725 h 713883"/>
                <a:gd name="csX6" fmla="*/ 93631 w 2126511"/>
                <a:gd name="csY6" fmla="*/ 530639 h 713883"/>
                <a:gd name="csX7" fmla="*/ 247470 w 2126511"/>
                <a:gd name="csY7" fmla="*/ 447443 h 713883"/>
                <a:gd name="csX8" fmla="*/ 0 w 2126511"/>
                <a:gd name="csY8" fmla="*/ 300368 h 713883"/>
                <a:gd name="csX0" fmla="*/ 0 w 2126511"/>
                <a:gd name="csY0" fmla="*/ 300368 h 713883"/>
                <a:gd name="csX1" fmla="*/ 1351576 w 2126511"/>
                <a:gd name="csY1" fmla="*/ 358379 h 713883"/>
                <a:gd name="csX2" fmla="*/ 1333929 w 2126511"/>
                <a:gd name="csY2" fmla="*/ 0 h 713883"/>
                <a:gd name="csX3" fmla="*/ 2126511 w 2126511"/>
                <a:gd name="csY3" fmla="*/ 408857 h 713883"/>
                <a:gd name="csX4" fmla="*/ 1370387 w 2126511"/>
                <a:gd name="csY4" fmla="*/ 713883 h 713883"/>
                <a:gd name="csX5" fmla="*/ 1364871 w 2126511"/>
                <a:gd name="csY5" fmla="*/ 481725 h 713883"/>
                <a:gd name="csX6" fmla="*/ 93631 w 2126511"/>
                <a:gd name="csY6" fmla="*/ 530639 h 713883"/>
                <a:gd name="csX7" fmla="*/ 247470 w 2126511"/>
                <a:gd name="csY7" fmla="*/ 447443 h 713883"/>
                <a:gd name="csX8" fmla="*/ 0 w 2126511"/>
                <a:gd name="csY8" fmla="*/ 300368 h 713883"/>
                <a:gd name="csX0" fmla="*/ 0 w 2126511"/>
                <a:gd name="csY0" fmla="*/ 300368 h 679231"/>
                <a:gd name="csX1" fmla="*/ 1351576 w 2126511"/>
                <a:gd name="csY1" fmla="*/ 358379 h 679231"/>
                <a:gd name="csX2" fmla="*/ 1333929 w 2126511"/>
                <a:gd name="csY2" fmla="*/ 0 h 679231"/>
                <a:gd name="csX3" fmla="*/ 2126511 w 2126511"/>
                <a:gd name="csY3" fmla="*/ 408857 h 679231"/>
                <a:gd name="csX4" fmla="*/ 1300179 w 2126511"/>
                <a:gd name="csY4" fmla="*/ 679231 h 679231"/>
                <a:gd name="csX5" fmla="*/ 1364871 w 2126511"/>
                <a:gd name="csY5" fmla="*/ 481725 h 679231"/>
                <a:gd name="csX6" fmla="*/ 93631 w 2126511"/>
                <a:gd name="csY6" fmla="*/ 530639 h 679231"/>
                <a:gd name="csX7" fmla="*/ 247470 w 2126511"/>
                <a:gd name="csY7" fmla="*/ 447443 h 679231"/>
                <a:gd name="csX8" fmla="*/ 0 w 2126511"/>
                <a:gd name="csY8" fmla="*/ 300368 h 679231"/>
                <a:gd name="csX0" fmla="*/ 0 w 2126511"/>
                <a:gd name="csY0" fmla="*/ 164502 h 543365"/>
                <a:gd name="csX1" fmla="*/ 1351576 w 2126511"/>
                <a:gd name="csY1" fmla="*/ 222513 h 543365"/>
                <a:gd name="csX2" fmla="*/ 1311956 w 2126511"/>
                <a:gd name="csY2" fmla="*/ 0 h 543365"/>
                <a:gd name="csX3" fmla="*/ 2126511 w 2126511"/>
                <a:gd name="csY3" fmla="*/ 272991 h 543365"/>
                <a:gd name="csX4" fmla="*/ 1300179 w 2126511"/>
                <a:gd name="csY4" fmla="*/ 543365 h 543365"/>
                <a:gd name="csX5" fmla="*/ 1364871 w 2126511"/>
                <a:gd name="csY5" fmla="*/ 345859 h 543365"/>
                <a:gd name="csX6" fmla="*/ 93631 w 2126511"/>
                <a:gd name="csY6" fmla="*/ 394773 h 543365"/>
                <a:gd name="csX7" fmla="*/ 247470 w 2126511"/>
                <a:gd name="csY7" fmla="*/ 311577 h 543365"/>
                <a:gd name="csX8" fmla="*/ 0 w 2126511"/>
                <a:gd name="csY8" fmla="*/ 164502 h 543365"/>
                <a:gd name="csX0" fmla="*/ 0 w 2126511"/>
                <a:gd name="csY0" fmla="*/ 164502 h 533235"/>
                <a:gd name="csX1" fmla="*/ 1351576 w 2126511"/>
                <a:gd name="csY1" fmla="*/ 222513 h 533235"/>
                <a:gd name="csX2" fmla="*/ 1311956 w 2126511"/>
                <a:gd name="csY2" fmla="*/ 0 h 533235"/>
                <a:gd name="csX3" fmla="*/ 2126511 w 2126511"/>
                <a:gd name="csY3" fmla="*/ 272991 h 533235"/>
                <a:gd name="csX4" fmla="*/ 1372452 w 2126511"/>
                <a:gd name="csY4" fmla="*/ 533235 h 533235"/>
                <a:gd name="csX5" fmla="*/ 1364871 w 2126511"/>
                <a:gd name="csY5" fmla="*/ 345859 h 533235"/>
                <a:gd name="csX6" fmla="*/ 93631 w 2126511"/>
                <a:gd name="csY6" fmla="*/ 394773 h 533235"/>
                <a:gd name="csX7" fmla="*/ 247470 w 2126511"/>
                <a:gd name="csY7" fmla="*/ 311577 h 533235"/>
                <a:gd name="csX8" fmla="*/ 0 w 2126511"/>
                <a:gd name="csY8" fmla="*/ 164502 h 533235"/>
                <a:gd name="csX0" fmla="*/ 0 w 2126511"/>
                <a:gd name="csY0" fmla="*/ 124817 h 493550"/>
                <a:gd name="csX1" fmla="*/ 1351576 w 2126511"/>
                <a:gd name="csY1" fmla="*/ 182828 h 493550"/>
                <a:gd name="csX2" fmla="*/ 1296663 w 2126511"/>
                <a:gd name="csY2" fmla="*/ 0 h 493550"/>
                <a:gd name="csX3" fmla="*/ 2126511 w 2126511"/>
                <a:gd name="csY3" fmla="*/ 233306 h 493550"/>
                <a:gd name="csX4" fmla="*/ 1372452 w 2126511"/>
                <a:gd name="csY4" fmla="*/ 493550 h 493550"/>
                <a:gd name="csX5" fmla="*/ 1364871 w 2126511"/>
                <a:gd name="csY5" fmla="*/ 306174 h 493550"/>
                <a:gd name="csX6" fmla="*/ 93631 w 2126511"/>
                <a:gd name="csY6" fmla="*/ 355088 h 493550"/>
                <a:gd name="csX7" fmla="*/ 247470 w 2126511"/>
                <a:gd name="csY7" fmla="*/ 271892 h 493550"/>
                <a:gd name="csX8" fmla="*/ 0 w 2126511"/>
                <a:gd name="csY8" fmla="*/ 124817 h 493550"/>
                <a:gd name="csX0" fmla="*/ 0 w 2126511"/>
                <a:gd name="csY0" fmla="*/ 124817 h 478256"/>
                <a:gd name="csX1" fmla="*/ 1351576 w 2126511"/>
                <a:gd name="csY1" fmla="*/ 182828 h 478256"/>
                <a:gd name="csX2" fmla="*/ 1296663 w 2126511"/>
                <a:gd name="csY2" fmla="*/ 0 h 478256"/>
                <a:gd name="csX3" fmla="*/ 2126511 w 2126511"/>
                <a:gd name="csY3" fmla="*/ 233306 h 478256"/>
                <a:gd name="csX4" fmla="*/ 1332767 w 2126511"/>
                <a:gd name="csY4" fmla="*/ 478256 h 478256"/>
                <a:gd name="csX5" fmla="*/ 1364871 w 2126511"/>
                <a:gd name="csY5" fmla="*/ 306174 h 478256"/>
                <a:gd name="csX6" fmla="*/ 93631 w 2126511"/>
                <a:gd name="csY6" fmla="*/ 355088 h 478256"/>
                <a:gd name="csX7" fmla="*/ 247470 w 2126511"/>
                <a:gd name="csY7" fmla="*/ 271892 h 478256"/>
                <a:gd name="csX8" fmla="*/ 0 w 2126511"/>
                <a:gd name="csY8" fmla="*/ 124817 h 478256"/>
                <a:gd name="csX0" fmla="*/ 0 w 2126511"/>
                <a:gd name="csY0" fmla="*/ 124817 h 395303"/>
                <a:gd name="csX1" fmla="*/ 1351576 w 2126511"/>
                <a:gd name="csY1" fmla="*/ 182828 h 395303"/>
                <a:gd name="csX2" fmla="*/ 1296663 w 2126511"/>
                <a:gd name="csY2" fmla="*/ 0 h 395303"/>
                <a:gd name="csX3" fmla="*/ 2126511 w 2126511"/>
                <a:gd name="csY3" fmla="*/ 233306 h 395303"/>
                <a:gd name="csX4" fmla="*/ 1334350 w 2126511"/>
                <a:gd name="csY4" fmla="*/ 395303 h 395303"/>
                <a:gd name="csX5" fmla="*/ 1364871 w 2126511"/>
                <a:gd name="csY5" fmla="*/ 306174 h 395303"/>
                <a:gd name="csX6" fmla="*/ 93631 w 2126511"/>
                <a:gd name="csY6" fmla="*/ 355088 h 395303"/>
                <a:gd name="csX7" fmla="*/ 247470 w 2126511"/>
                <a:gd name="csY7" fmla="*/ 271892 h 395303"/>
                <a:gd name="csX8" fmla="*/ 0 w 2126511"/>
                <a:gd name="csY8" fmla="*/ 124817 h 395303"/>
                <a:gd name="csX0" fmla="*/ 0 w 2126511"/>
                <a:gd name="csY0" fmla="*/ 124817 h 475223"/>
                <a:gd name="csX1" fmla="*/ 1351576 w 2126511"/>
                <a:gd name="csY1" fmla="*/ 182828 h 475223"/>
                <a:gd name="csX2" fmla="*/ 1296663 w 2126511"/>
                <a:gd name="csY2" fmla="*/ 0 h 475223"/>
                <a:gd name="csX3" fmla="*/ 2126511 w 2126511"/>
                <a:gd name="csY3" fmla="*/ 233306 h 475223"/>
                <a:gd name="csX4" fmla="*/ 1364323 w 2126511"/>
                <a:gd name="csY4" fmla="*/ 475223 h 475223"/>
                <a:gd name="csX5" fmla="*/ 1364871 w 2126511"/>
                <a:gd name="csY5" fmla="*/ 306174 h 475223"/>
                <a:gd name="csX6" fmla="*/ 93631 w 2126511"/>
                <a:gd name="csY6" fmla="*/ 355088 h 475223"/>
                <a:gd name="csX7" fmla="*/ 247470 w 2126511"/>
                <a:gd name="csY7" fmla="*/ 271892 h 475223"/>
                <a:gd name="csX8" fmla="*/ 0 w 2126511"/>
                <a:gd name="csY8" fmla="*/ 124817 h 475223"/>
                <a:gd name="csX0" fmla="*/ 0 w 1936699"/>
                <a:gd name="csY0" fmla="*/ 124817 h 475223"/>
                <a:gd name="csX1" fmla="*/ 1351576 w 1936699"/>
                <a:gd name="csY1" fmla="*/ 182828 h 475223"/>
                <a:gd name="csX2" fmla="*/ 1296663 w 1936699"/>
                <a:gd name="csY2" fmla="*/ 0 h 475223"/>
                <a:gd name="csX3" fmla="*/ 1936699 w 1936699"/>
                <a:gd name="csY3" fmla="*/ 213332 h 475223"/>
                <a:gd name="csX4" fmla="*/ 1364323 w 1936699"/>
                <a:gd name="csY4" fmla="*/ 475223 h 475223"/>
                <a:gd name="csX5" fmla="*/ 1364871 w 1936699"/>
                <a:gd name="csY5" fmla="*/ 306174 h 475223"/>
                <a:gd name="csX6" fmla="*/ 93631 w 1936699"/>
                <a:gd name="csY6" fmla="*/ 355088 h 475223"/>
                <a:gd name="csX7" fmla="*/ 247470 w 1936699"/>
                <a:gd name="csY7" fmla="*/ 271892 h 475223"/>
                <a:gd name="csX8" fmla="*/ 0 w 1936699"/>
                <a:gd name="csY8" fmla="*/ 124817 h 475223"/>
                <a:gd name="csX0" fmla="*/ 0 w 1943699"/>
                <a:gd name="csY0" fmla="*/ 124817 h 475223"/>
                <a:gd name="csX1" fmla="*/ 1351576 w 1943699"/>
                <a:gd name="csY1" fmla="*/ 182828 h 475223"/>
                <a:gd name="csX2" fmla="*/ 1296663 w 1943699"/>
                <a:gd name="csY2" fmla="*/ 0 h 475223"/>
                <a:gd name="csX3" fmla="*/ 1943699 w 1943699"/>
                <a:gd name="csY3" fmla="*/ 263213 h 475223"/>
                <a:gd name="csX4" fmla="*/ 1364323 w 1943699"/>
                <a:gd name="csY4" fmla="*/ 475223 h 475223"/>
                <a:gd name="csX5" fmla="*/ 1364871 w 1943699"/>
                <a:gd name="csY5" fmla="*/ 306174 h 475223"/>
                <a:gd name="csX6" fmla="*/ 93631 w 1943699"/>
                <a:gd name="csY6" fmla="*/ 355088 h 475223"/>
                <a:gd name="csX7" fmla="*/ 247470 w 1943699"/>
                <a:gd name="csY7" fmla="*/ 271892 h 475223"/>
                <a:gd name="csX8" fmla="*/ 0 w 1943699"/>
                <a:gd name="csY8" fmla="*/ 124817 h 4752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943699" h="475223">
                  <a:moveTo>
                    <a:pt x="0" y="124817"/>
                  </a:moveTo>
                  <a:lnTo>
                    <a:pt x="1351576" y="182828"/>
                  </a:lnTo>
                  <a:lnTo>
                    <a:pt x="1296663" y="0"/>
                  </a:lnTo>
                  <a:lnTo>
                    <a:pt x="1943699" y="263213"/>
                  </a:lnTo>
                  <a:lnTo>
                    <a:pt x="1364323" y="475223"/>
                  </a:lnTo>
                  <a:cubicBezTo>
                    <a:pt x="1364506" y="418873"/>
                    <a:pt x="1364688" y="362524"/>
                    <a:pt x="1364871" y="306174"/>
                  </a:cubicBezTo>
                  <a:lnTo>
                    <a:pt x="93631" y="355088"/>
                  </a:lnTo>
                  <a:lnTo>
                    <a:pt x="247470" y="271892"/>
                  </a:lnTo>
                  <a:lnTo>
                    <a:pt x="0" y="124817"/>
                  </a:lnTo>
                  <a:close/>
                </a:path>
              </a:pathLst>
            </a:custGeom>
            <a:solidFill>
              <a:srgbClr val="FF0000">
                <a:alpha val="43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자유형: 도형 10">
              <a:extLst>
                <a:ext uri="{FF2B5EF4-FFF2-40B4-BE49-F238E27FC236}">
                  <a16:creationId xmlns:a16="http://schemas.microsoft.com/office/drawing/2014/main" id="{5E5BC40D-C1B4-2E05-4987-83434C2D7094}"/>
                </a:ext>
              </a:extLst>
            </p:cNvPr>
            <p:cNvSpPr/>
            <p:nvPr/>
          </p:nvSpPr>
          <p:spPr>
            <a:xfrm>
              <a:off x="531627" y="1169583"/>
              <a:ext cx="6698516" cy="4890973"/>
            </a:xfrm>
            <a:custGeom>
              <a:avLst/>
              <a:gdLst>
                <a:gd name="csX0" fmla="*/ 4167963 w 4167963"/>
                <a:gd name="csY0" fmla="*/ 2771553 h 2970028"/>
                <a:gd name="csX1" fmla="*/ 1970567 w 4167963"/>
                <a:gd name="csY1" fmla="*/ 0 h 2970028"/>
                <a:gd name="csX2" fmla="*/ 0 w 4167963"/>
                <a:gd name="csY2" fmla="*/ 474921 h 2970028"/>
                <a:gd name="csX3" fmla="*/ 1913860 w 4167963"/>
                <a:gd name="csY3" fmla="*/ 2970028 h 2970028"/>
                <a:gd name="csX4" fmla="*/ 3891516 w 4167963"/>
                <a:gd name="csY4" fmla="*/ 2410046 h 2970028"/>
                <a:gd name="csX0" fmla="*/ 3891517 w 3891517"/>
                <a:gd name="csY0" fmla="*/ 2417134 h 2970028"/>
                <a:gd name="csX1" fmla="*/ 1970567 w 3891517"/>
                <a:gd name="csY1" fmla="*/ 0 h 2970028"/>
                <a:gd name="csX2" fmla="*/ 0 w 3891517"/>
                <a:gd name="csY2" fmla="*/ 474921 h 2970028"/>
                <a:gd name="csX3" fmla="*/ 1913860 w 3891517"/>
                <a:gd name="csY3" fmla="*/ 2970028 h 2970028"/>
                <a:gd name="csX4" fmla="*/ 3891516 w 3891517"/>
                <a:gd name="csY4" fmla="*/ 2410046 h 2970028"/>
                <a:gd name="csX0" fmla="*/ 3891517 w 3891517"/>
                <a:gd name="csY0" fmla="*/ 2503222 h 3056116"/>
                <a:gd name="csX1" fmla="*/ 2308761 w 3891517"/>
                <a:gd name="csY1" fmla="*/ 0 h 3056116"/>
                <a:gd name="csX2" fmla="*/ 0 w 3891517"/>
                <a:gd name="csY2" fmla="*/ 561009 h 3056116"/>
                <a:gd name="csX3" fmla="*/ 1913860 w 3891517"/>
                <a:gd name="csY3" fmla="*/ 3056116 h 3056116"/>
                <a:gd name="csX4" fmla="*/ 3891516 w 3891517"/>
                <a:gd name="csY4" fmla="*/ 2496134 h 3056116"/>
                <a:gd name="csX0" fmla="*/ 3320243 w 3320243"/>
                <a:gd name="csY0" fmla="*/ 2503222 h 3056116"/>
                <a:gd name="csX1" fmla="*/ 1737487 w 3320243"/>
                <a:gd name="csY1" fmla="*/ 0 h 3056116"/>
                <a:gd name="csX2" fmla="*/ 0 w 3320243"/>
                <a:gd name="csY2" fmla="*/ 480661 h 3056116"/>
                <a:gd name="csX3" fmla="*/ 1342586 w 3320243"/>
                <a:gd name="csY3" fmla="*/ 3056116 h 3056116"/>
                <a:gd name="csX4" fmla="*/ 3320242 w 3320243"/>
                <a:gd name="csY4" fmla="*/ 2496134 h 3056116"/>
                <a:gd name="csX0" fmla="*/ 3320243 w 3320243"/>
                <a:gd name="csY0" fmla="*/ 2503222 h 3044638"/>
                <a:gd name="csX1" fmla="*/ 1737487 w 3320243"/>
                <a:gd name="csY1" fmla="*/ 0 h 3044638"/>
                <a:gd name="csX2" fmla="*/ 0 w 3320243"/>
                <a:gd name="csY2" fmla="*/ 480661 h 3044638"/>
                <a:gd name="csX3" fmla="*/ 1539104 w 3320243"/>
                <a:gd name="csY3" fmla="*/ 3044638 h 3044638"/>
                <a:gd name="csX4" fmla="*/ 3320242 w 3320243"/>
                <a:gd name="csY4" fmla="*/ 2496134 h 3044638"/>
                <a:gd name="csX0" fmla="*/ 3320243 w 3320243"/>
                <a:gd name="csY0" fmla="*/ 2503222 h 3079073"/>
                <a:gd name="csX1" fmla="*/ 1737487 w 3320243"/>
                <a:gd name="csY1" fmla="*/ 0 h 3079073"/>
                <a:gd name="csX2" fmla="*/ 0 w 3320243"/>
                <a:gd name="csY2" fmla="*/ 480661 h 3079073"/>
                <a:gd name="csX3" fmla="*/ 1593946 w 3320243"/>
                <a:gd name="csY3" fmla="*/ 3079073 h 3079073"/>
                <a:gd name="csX4" fmla="*/ 3320242 w 3320243"/>
                <a:gd name="csY4" fmla="*/ 2496134 h 3079073"/>
                <a:gd name="csX0" fmla="*/ 3320243 w 3320243"/>
                <a:gd name="csY0" fmla="*/ 2503222 h 3107769"/>
                <a:gd name="csX1" fmla="*/ 1737487 w 3320243"/>
                <a:gd name="csY1" fmla="*/ 0 h 3107769"/>
                <a:gd name="csX2" fmla="*/ 0 w 3320243"/>
                <a:gd name="csY2" fmla="*/ 480661 h 3107769"/>
                <a:gd name="csX3" fmla="*/ 1612227 w 3320243"/>
                <a:gd name="csY3" fmla="*/ 3107769 h 3107769"/>
                <a:gd name="csX4" fmla="*/ 3320242 w 3320243"/>
                <a:gd name="csY4" fmla="*/ 2496134 h 3107769"/>
                <a:gd name="csX0" fmla="*/ 3283681 w 3283681"/>
                <a:gd name="csY0" fmla="*/ 2503222 h 3107769"/>
                <a:gd name="csX1" fmla="*/ 1700925 w 3283681"/>
                <a:gd name="csY1" fmla="*/ 0 h 3107769"/>
                <a:gd name="csX2" fmla="*/ 0 w 3283681"/>
                <a:gd name="csY2" fmla="*/ 520834 h 3107769"/>
                <a:gd name="csX3" fmla="*/ 1575665 w 3283681"/>
                <a:gd name="csY3" fmla="*/ 3107769 h 3107769"/>
                <a:gd name="csX4" fmla="*/ 3283680 w 3283681"/>
                <a:gd name="csY4" fmla="*/ 2496134 h 3107769"/>
                <a:gd name="csX0" fmla="*/ 3256260 w 3256260"/>
                <a:gd name="csY0" fmla="*/ 2503222 h 3107769"/>
                <a:gd name="csX1" fmla="*/ 1673504 w 3256260"/>
                <a:gd name="csY1" fmla="*/ 0 h 3107769"/>
                <a:gd name="csX2" fmla="*/ 0 w 3256260"/>
                <a:gd name="csY2" fmla="*/ 515094 h 3107769"/>
                <a:gd name="csX3" fmla="*/ 1548244 w 3256260"/>
                <a:gd name="csY3" fmla="*/ 3107769 h 3107769"/>
                <a:gd name="csX4" fmla="*/ 3256259 w 3256260"/>
                <a:gd name="csY4" fmla="*/ 2496134 h 3107769"/>
                <a:gd name="csX0" fmla="*/ 3219698 w 3219698"/>
                <a:gd name="csY0" fmla="*/ 2503222 h 3107769"/>
                <a:gd name="csX1" fmla="*/ 1636942 w 3219698"/>
                <a:gd name="csY1" fmla="*/ 0 h 3107769"/>
                <a:gd name="csX2" fmla="*/ 0 w 3219698"/>
                <a:gd name="csY2" fmla="*/ 515094 h 3107769"/>
                <a:gd name="csX3" fmla="*/ 1511682 w 3219698"/>
                <a:gd name="csY3" fmla="*/ 3107769 h 3107769"/>
                <a:gd name="csX4" fmla="*/ 3219697 w 3219698"/>
                <a:gd name="csY4" fmla="*/ 2496134 h 3107769"/>
                <a:gd name="csX0" fmla="*/ 3219698 w 3219698"/>
                <a:gd name="csY0" fmla="*/ 2250697 h 2855244"/>
                <a:gd name="csX1" fmla="*/ 1806039 w 3219698"/>
                <a:gd name="csY1" fmla="*/ 0 h 2855244"/>
                <a:gd name="csX2" fmla="*/ 0 w 3219698"/>
                <a:gd name="csY2" fmla="*/ 262569 h 2855244"/>
                <a:gd name="csX3" fmla="*/ 1511682 w 3219698"/>
                <a:gd name="csY3" fmla="*/ 2855244 h 2855244"/>
                <a:gd name="csX4" fmla="*/ 3219697 w 3219698"/>
                <a:gd name="csY4" fmla="*/ 2243609 h 2855244"/>
                <a:gd name="csX0" fmla="*/ 3004899 w 3004899"/>
                <a:gd name="csY0" fmla="*/ 2250697 h 2855244"/>
                <a:gd name="csX1" fmla="*/ 1591240 w 3004899"/>
                <a:gd name="csY1" fmla="*/ 0 h 2855244"/>
                <a:gd name="csX2" fmla="*/ 0 w 3004899"/>
                <a:gd name="csY2" fmla="*/ 480658 h 2855244"/>
                <a:gd name="csX3" fmla="*/ 1296883 w 3004899"/>
                <a:gd name="csY3" fmla="*/ 2855244 h 2855244"/>
                <a:gd name="csX4" fmla="*/ 3004898 w 3004899"/>
                <a:gd name="csY4" fmla="*/ 2243609 h 2855244"/>
                <a:gd name="csX0" fmla="*/ 2963767 w 2963767"/>
                <a:gd name="csY0" fmla="*/ 2250697 h 2855244"/>
                <a:gd name="csX1" fmla="*/ 1550108 w 2963767"/>
                <a:gd name="csY1" fmla="*/ 0 h 2855244"/>
                <a:gd name="csX2" fmla="*/ 0 w 2963767"/>
                <a:gd name="csY2" fmla="*/ 503615 h 2855244"/>
                <a:gd name="csX3" fmla="*/ 1255751 w 2963767"/>
                <a:gd name="csY3" fmla="*/ 2855244 h 2855244"/>
                <a:gd name="csX4" fmla="*/ 2963766 w 2963767"/>
                <a:gd name="csY4" fmla="*/ 2243609 h 2855244"/>
                <a:gd name="csX0" fmla="*/ 2977477 w 2977477"/>
                <a:gd name="csY0" fmla="*/ 2250697 h 2855244"/>
                <a:gd name="csX1" fmla="*/ 1563818 w 2977477"/>
                <a:gd name="csY1" fmla="*/ 0 h 2855244"/>
                <a:gd name="csX2" fmla="*/ 0 w 2977477"/>
                <a:gd name="csY2" fmla="*/ 497876 h 2855244"/>
                <a:gd name="csX3" fmla="*/ 1269461 w 2977477"/>
                <a:gd name="csY3" fmla="*/ 2855244 h 2855244"/>
                <a:gd name="csX4" fmla="*/ 2977476 w 2977477"/>
                <a:gd name="csY4" fmla="*/ 2243609 h 2855244"/>
                <a:gd name="csX0" fmla="*/ 2977477 w 2977477"/>
                <a:gd name="csY0" fmla="*/ 2250697 h 2855244"/>
                <a:gd name="csX1" fmla="*/ 1563818 w 2977477"/>
                <a:gd name="csY1" fmla="*/ 0 h 2855244"/>
                <a:gd name="csX2" fmla="*/ 0 w 2977477"/>
                <a:gd name="csY2" fmla="*/ 480659 h 2855244"/>
                <a:gd name="csX3" fmla="*/ 1269461 w 2977477"/>
                <a:gd name="csY3" fmla="*/ 2855244 h 2855244"/>
                <a:gd name="csX4" fmla="*/ 2977476 w 2977477"/>
                <a:gd name="csY4" fmla="*/ 2243609 h 2855244"/>
                <a:gd name="csX0" fmla="*/ 2977477 w 2977477"/>
                <a:gd name="csY0" fmla="*/ 2250697 h 2855244"/>
                <a:gd name="csX1" fmla="*/ 1563818 w 2977477"/>
                <a:gd name="csY1" fmla="*/ 0 h 2855244"/>
                <a:gd name="csX2" fmla="*/ 0 w 2977477"/>
                <a:gd name="csY2" fmla="*/ 463442 h 2855244"/>
                <a:gd name="csX3" fmla="*/ 1269461 w 2977477"/>
                <a:gd name="csY3" fmla="*/ 2855244 h 2855244"/>
                <a:gd name="csX4" fmla="*/ 2977476 w 2977477"/>
                <a:gd name="csY4" fmla="*/ 2243609 h 2855244"/>
                <a:gd name="csX0" fmla="*/ 2890643 w 2890643"/>
                <a:gd name="csY0" fmla="*/ 2250697 h 2855244"/>
                <a:gd name="csX1" fmla="*/ 1476984 w 2890643"/>
                <a:gd name="csY1" fmla="*/ 0 h 2855244"/>
                <a:gd name="csX2" fmla="*/ 0 w 2890643"/>
                <a:gd name="csY2" fmla="*/ 446225 h 2855244"/>
                <a:gd name="csX3" fmla="*/ 1182627 w 2890643"/>
                <a:gd name="csY3" fmla="*/ 2855244 h 2855244"/>
                <a:gd name="csX4" fmla="*/ 2890642 w 2890643"/>
                <a:gd name="csY4" fmla="*/ 2243609 h 2855244"/>
                <a:gd name="csX0" fmla="*/ 2922634 w 2922634"/>
                <a:gd name="csY0" fmla="*/ 2250697 h 2855244"/>
                <a:gd name="csX1" fmla="*/ 1508975 w 2922634"/>
                <a:gd name="csY1" fmla="*/ 0 h 2855244"/>
                <a:gd name="csX2" fmla="*/ 0 w 2922634"/>
                <a:gd name="csY2" fmla="*/ 474921 h 2855244"/>
                <a:gd name="csX3" fmla="*/ 1214618 w 2922634"/>
                <a:gd name="csY3" fmla="*/ 2855244 h 2855244"/>
                <a:gd name="csX4" fmla="*/ 2922633 w 2922634"/>
                <a:gd name="csY4" fmla="*/ 2243609 h 2855244"/>
                <a:gd name="csX0" fmla="*/ 2968335 w 2968335"/>
                <a:gd name="csY0" fmla="*/ 2250697 h 2855244"/>
                <a:gd name="csX1" fmla="*/ 1554676 w 2968335"/>
                <a:gd name="csY1" fmla="*/ 0 h 2855244"/>
                <a:gd name="csX2" fmla="*/ 0 w 2968335"/>
                <a:gd name="csY2" fmla="*/ 474921 h 2855244"/>
                <a:gd name="csX3" fmla="*/ 1260319 w 2968335"/>
                <a:gd name="csY3" fmla="*/ 2855244 h 2855244"/>
                <a:gd name="csX4" fmla="*/ 2968334 w 2968335"/>
                <a:gd name="csY4" fmla="*/ 2243609 h 2855244"/>
                <a:gd name="csX0" fmla="*/ 2982045 w 2982045"/>
                <a:gd name="csY0" fmla="*/ 2250697 h 2855244"/>
                <a:gd name="csX1" fmla="*/ 1568386 w 2982045"/>
                <a:gd name="csY1" fmla="*/ 0 h 2855244"/>
                <a:gd name="csX2" fmla="*/ 0 w 2982045"/>
                <a:gd name="csY2" fmla="*/ 474921 h 2855244"/>
                <a:gd name="csX3" fmla="*/ 1274029 w 2982045"/>
                <a:gd name="csY3" fmla="*/ 2855244 h 2855244"/>
                <a:gd name="csX4" fmla="*/ 2982044 w 2982045"/>
                <a:gd name="csY4" fmla="*/ 2243609 h 2855244"/>
                <a:gd name="csX0" fmla="*/ 2982045 w 2982045"/>
                <a:gd name="csY0" fmla="*/ 2254770 h 2859317"/>
                <a:gd name="csX1" fmla="*/ 1618990 w 2982045"/>
                <a:gd name="csY1" fmla="*/ 0 h 2859317"/>
                <a:gd name="csX2" fmla="*/ 0 w 2982045"/>
                <a:gd name="csY2" fmla="*/ 478994 h 2859317"/>
                <a:gd name="csX3" fmla="*/ 1274029 w 2982045"/>
                <a:gd name="csY3" fmla="*/ 2859317 h 2859317"/>
                <a:gd name="csX4" fmla="*/ 2982044 w 2982045"/>
                <a:gd name="csY4" fmla="*/ 2247682 h 2859317"/>
                <a:gd name="csX0" fmla="*/ 2982045 w 3133857"/>
                <a:gd name="csY0" fmla="*/ 2254770 h 2859317"/>
                <a:gd name="csX1" fmla="*/ 1618990 w 3133857"/>
                <a:gd name="csY1" fmla="*/ 0 h 2859317"/>
                <a:gd name="csX2" fmla="*/ 0 w 3133857"/>
                <a:gd name="csY2" fmla="*/ 478994 h 2859317"/>
                <a:gd name="csX3" fmla="*/ 1274029 w 3133857"/>
                <a:gd name="csY3" fmla="*/ 2859317 h 2859317"/>
                <a:gd name="csX4" fmla="*/ 3133857 w 3133857"/>
                <a:gd name="csY4" fmla="*/ 2190659 h 2859317"/>
                <a:gd name="csX0" fmla="*/ 3133858 w 3133858"/>
                <a:gd name="csY0" fmla="*/ 2230331 h 2859317"/>
                <a:gd name="csX1" fmla="*/ 1618990 w 3133858"/>
                <a:gd name="csY1" fmla="*/ 0 h 2859317"/>
                <a:gd name="csX2" fmla="*/ 0 w 3133858"/>
                <a:gd name="csY2" fmla="*/ 478994 h 2859317"/>
                <a:gd name="csX3" fmla="*/ 1274029 w 3133858"/>
                <a:gd name="csY3" fmla="*/ 2859317 h 2859317"/>
                <a:gd name="csX4" fmla="*/ 3133857 w 3133858"/>
                <a:gd name="csY4" fmla="*/ 2190659 h 2859317"/>
                <a:gd name="csX0" fmla="*/ 3133858 w 3133858"/>
                <a:gd name="csY0" fmla="*/ 2230331 h 2794147"/>
                <a:gd name="csX1" fmla="*/ 1618990 w 3133858"/>
                <a:gd name="csY1" fmla="*/ 0 h 2794147"/>
                <a:gd name="csX2" fmla="*/ 0 w 3133858"/>
                <a:gd name="csY2" fmla="*/ 478994 h 2794147"/>
                <a:gd name="csX3" fmla="*/ 1266800 w 3133858"/>
                <a:gd name="csY3" fmla="*/ 2794147 h 2794147"/>
                <a:gd name="csX4" fmla="*/ 3133857 w 3133858"/>
                <a:gd name="csY4" fmla="*/ 2190659 h 2794147"/>
                <a:gd name="csX0" fmla="*/ 3083254 w 3083254"/>
                <a:gd name="csY0" fmla="*/ 2230331 h 2794147"/>
                <a:gd name="csX1" fmla="*/ 1568386 w 3083254"/>
                <a:gd name="csY1" fmla="*/ 0 h 2794147"/>
                <a:gd name="csX2" fmla="*/ 0 w 3083254"/>
                <a:gd name="csY2" fmla="*/ 478994 h 2794147"/>
                <a:gd name="csX3" fmla="*/ 1216196 w 3083254"/>
                <a:gd name="csY3" fmla="*/ 2794147 h 2794147"/>
                <a:gd name="csX4" fmla="*/ 3083253 w 3083254"/>
                <a:gd name="csY4" fmla="*/ 2190659 h 2794147"/>
                <a:gd name="csX0" fmla="*/ 3083254 w 3083254"/>
                <a:gd name="csY0" fmla="*/ 2152942 h 2716758"/>
                <a:gd name="csX1" fmla="*/ 1597303 w 3083254"/>
                <a:gd name="csY1" fmla="*/ 0 h 2716758"/>
                <a:gd name="csX2" fmla="*/ 0 w 3083254"/>
                <a:gd name="csY2" fmla="*/ 401605 h 2716758"/>
                <a:gd name="csX3" fmla="*/ 1216196 w 3083254"/>
                <a:gd name="csY3" fmla="*/ 2716758 h 2716758"/>
                <a:gd name="csX4" fmla="*/ 3083253 w 3083254"/>
                <a:gd name="csY4" fmla="*/ 2113270 h 2716758"/>
                <a:gd name="csX0" fmla="*/ 3141088 w 3141088"/>
                <a:gd name="csY0" fmla="*/ 2152942 h 2716758"/>
                <a:gd name="csX1" fmla="*/ 1655137 w 3141088"/>
                <a:gd name="csY1" fmla="*/ 0 h 2716758"/>
                <a:gd name="csX2" fmla="*/ 0 w 3141088"/>
                <a:gd name="csY2" fmla="*/ 421970 h 2716758"/>
                <a:gd name="csX3" fmla="*/ 1274030 w 3141088"/>
                <a:gd name="csY3" fmla="*/ 2716758 h 2716758"/>
                <a:gd name="csX4" fmla="*/ 3141087 w 3141088"/>
                <a:gd name="csY4" fmla="*/ 2113270 h 2716758"/>
                <a:gd name="csX0" fmla="*/ 3066455 w 3066455"/>
                <a:gd name="csY0" fmla="*/ 2152942 h 2716758"/>
                <a:gd name="csX1" fmla="*/ 1580504 w 3066455"/>
                <a:gd name="csY1" fmla="*/ 0 h 2716758"/>
                <a:gd name="csX2" fmla="*/ 0 w 3066455"/>
                <a:gd name="csY2" fmla="*/ 401604 h 2716758"/>
                <a:gd name="csX3" fmla="*/ 1199397 w 3066455"/>
                <a:gd name="csY3" fmla="*/ 2716758 h 2716758"/>
                <a:gd name="csX4" fmla="*/ 3066454 w 3066455"/>
                <a:gd name="csY4" fmla="*/ 2113270 h 2716758"/>
                <a:gd name="csX0" fmla="*/ 3066455 w 3066455"/>
                <a:gd name="csY0" fmla="*/ 2205892 h 2769708"/>
                <a:gd name="csX1" fmla="*/ 1671362 w 3066455"/>
                <a:gd name="csY1" fmla="*/ 0 h 2769708"/>
                <a:gd name="csX2" fmla="*/ 0 w 3066455"/>
                <a:gd name="csY2" fmla="*/ 454554 h 2769708"/>
                <a:gd name="csX3" fmla="*/ 1199397 w 3066455"/>
                <a:gd name="csY3" fmla="*/ 2769708 h 2769708"/>
                <a:gd name="csX4" fmla="*/ 3066454 w 3066455"/>
                <a:gd name="csY4" fmla="*/ 2166220 h 2769708"/>
                <a:gd name="csX0" fmla="*/ 3066455 w 3066455"/>
                <a:gd name="csY0" fmla="*/ 2205892 h 2810439"/>
                <a:gd name="csX1" fmla="*/ 1671362 w 3066455"/>
                <a:gd name="csY1" fmla="*/ 0 h 2810439"/>
                <a:gd name="csX2" fmla="*/ 0 w 3066455"/>
                <a:gd name="csY2" fmla="*/ 454554 h 2810439"/>
                <a:gd name="csX3" fmla="*/ 1225356 w 3066455"/>
                <a:gd name="csY3" fmla="*/ 2810439 h 2810439"/>
                <a:gd name="csX4" fmla="*/ 3066454 w 3066455"/>
                <a:gd name="csY4" fmla="*/ 2166220 h 281043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66455" h="2810439">
                  <a:moveTo>
                    <a:pt x="3066455" y="2205892"/>
                  </a:moveTo>
                  <a:lnTo>
                    <a:pt x="1671362" y="0"/>
                  </a:lnTo>
                  <a:lnTo>
                    <a:pt x="0" y="454554"/>
                  </a:lnTo>
                  <a:lnTo>
                    <a:pt x="1225356" y="2810439"/>
                  </a:lnTo>
                  <a:lnTo>
                    <a:pt x="3066454" y="2166220"/>
                  </a:lnTo>
                </a:path>
              </a:pathLst>
            </a:custGeom>
            <a:solidFill>
              <a:srgbClr val="00B050">
                <a:alpha val="30000"/>
              </a:srgbClr>
            </a:solidFill>
            <a:ln>
              <a:solidFill>
                <a:schemeClr val="accent1">
                  <a:shade val="15000"/>
                  <a:alpha val="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05740323-F02B-8304-8395-4F438A7967C9}"/>
                </a:ext>
              </a:extLst>
            </p:cNvPr>
            <p:cNvSpPr/>
            <p:nvPr/>
          </p:nvSpPr>
          <p:spPr>
            <a:xfrm>
              <a:off x="1757918" y="1598430"/>
              <a:ext cx="5022114" cy="3625702"/>
            </a:xfrm>
            <a:custGeom>
              <a:avLst/>
              <a:gdLst>
                <a:gd name="csX0" fmla="*/ 4167963 w 4167963"/>
                <a:gd name="csY0" fmla="*/ 2771553 h 2970028"/>
                <a:gd name="csX1" fmla="*/ 1970567 w 4167963"/>
                <a:gd name="csY1" fmla="*/ 0 h 2970028"/>
                <a:gd name="csX2" fmla="*/ 0 w 4167963"/>
                <a:gd name="csY2" fmla="*/ 474921 h 2970028"/>
                <a:gd name="csX3" fmla="*/ 1913860 w 4167963"/>
                <a:gd name="csY3" fmla="*/ 2970028 h 2970028"/>
                <a:gd name="csX4" fmla="*/ 3891516 w 4167963"/>
                <a:gd name="csY4" fmla="*/ 2410046 h 2970028"/>
                <a:gd name="csX0" fmla="*/ 3891517 w 3891517"/>
                <a:gd name="csY0" fmla="*/ 2417134 h 2970028"/>
                <a:gd name="csX1" fmla="*/ 1970567 w 3891517"/>
                <a:gd name="csY1" fmla="*/ 0 h 2970028"/>
                <a:gd name="csX2" fmla="*/ 0 w 3891517"/>
                <a:gd name="csY2" fmla="*/ 474921 h 2970028"/>
                <a:gd name="csX3" fmla="*/ 1913860 w 3891517"/>
                <a:gd name="csY3" fmla="*/ 2970028 h 2970028"/>
                <a:gd name="csX4" fmla="*/ 3891516 w 3891517"/>
                <a:gd name="csY4" fmla="*/ 2410046 h 2970028"/>
                <a:gd name="csX0" fmla="*/ 3891517 w 3891517"/>
                <a:gd name="csY0" fmla="*/ 2503222 h 3056116"/>
                <a:gd name="csX1" fmla="*/ 2308761 w 3891517"/>
                <a:gd name="csY1" fmla="*/ 0 h 3056116"/>
                <a:gd name="csX2" fmla="*/ 0 w 3891517"/>
                <a:gd name="csY2" fmla="*/ 561009 h 3056116"/>
                <a:gd name="csX3" fmla="*/ 1913860 w 3891517"/>
                <a:gd name="csY3" fmla="*/ 3056116 h 3056116"/>
                <a:gd name="csX4" fmla="*/ 3891516 w 3891517"/>
                <a:gd name="csY4" fmla="*/ 2496134 h 3056116"/>
                <a:gd name="csX0" fmla="*/ 3320243 w 3320243"/>
                <a:gd name="csY0" fmla="*/ 2503222 h 3056116"/>
                <a:gd name="csX1" fmla="*/ 1737487 w 3320243"/>
                <a:gd name="csY1" fmla="*/ 0 h 3056116"/>
                <a:gd name="csX2" fmla="*/ 0 w 3320243"/>
                <a:gd name="csY2" fmla="*/ 480661 h 3056116"/>
                <a:gd name="csX3" fmla="*/ 1342586 w 3320243"/>
                <a:gd name="csY3" fmla="*/ 3056116 h 3056116"/>
                <a:gd name="csX4" fmla="*/ 3320242 w 3320243"/>
                <a:gd name="csY4" fmla="*/ 2496134 h 3056116"/>
                <a:gd name="csX0" fmla="*/ 3320243 w 3320243"/>
                <a:gd name="csY0" fmla="*/ 2503222 h 3044638"/>
                <a:gd name="csX1" fmla="*/ 1737487 w 3320243"/>
                <a:gd name="csY1" fmla="*/ 0 h 3044638"/>
                <a:gd name="csX2" fmla="*/ 0 w 3320243"/>
                <a:gd name="csY2" fmla="*/ 480661 h 3044638"/>
                <a:gd name="csX3" fmla="*/ 1539104 w 3320243"/>
                <a:gd name="csY3" fmla="*/ 3044638 h 3044638"/>
                <a:gd name="csX4" fmla="*/ 3320242 w 3320243"/>
                <a:gd name="csY4" fmla="*/ 2496134 h 3044638"/>
                <a:gd name="csX0" fmla="*/ 3320243 w 3320243"/>
                <a:gd name="csY0" fmla="*/ 2503222 h 3079073"/>
                <a:gd name="csX1" fmla="*/ 1737487 w 3320243"/>
                <a:gd name="csY1" fmla="*/ 0 h 3079073"/>
                <a:gd name="csX2" fmla="*/ 0 w 3320243"/>
                <a:gd name="csY2" fmla="*/ 480661 h 3079073"/>
                <a:gd name="csX3" fmla="*/ 1593946 w 3320243"/>
                <a:gd name="csY3" fmla="*/ 3079073 h 3079073"/>
                <a:gd name="csX4" fmla="*/ 3320242 w 3320243"/>
                <a:gd name="csY4" fmla="*/ 2496134 h 3079073"/>
                <a:gd name="csX0" fmla="*/ 3320243 w 3320243"/>
                <a:gd name="csY0" fmla="*/ 2503222 h 3107769"/>
                <a:gd name="csX1" fmla="*/ 1737487 w 3320243"/>
                <a:gd name="csY1" fmla="*/ 0 h 3107769"/>
                <a:gd name="csX2" fmla="*/ 0 w 3320243"/>
                <a:gd name="csY2" fmla="*/ 480661 h 3107769"/>
                <a:gd name="csX3" fmla="*/ 1612227 w 3320243"/>
                <a:gd name="csY3" fmla="*/ 3107769 h 3107769"/>
                <a:gd name="csX4" fmla="*/ 3320242 w 3320243"/>
                <a:gd name="csY4" fmla="*/ 2496134 h 3107769"/>
                <a:gd name="csX0" fmla="*/ 3283681 w 3283681"/>
                <a:gd name="csY0" fmla="*/ 2503222 h 3107769"/>
                <a:gd name="csX1" fmla="*/ 1700925 w 3283681"/>
                <a:gd name="csY1" fmla="*/ 0 h 3107769"/>
                <a:gd name="csX2" fmla="*/ 0 w 3283681"/>
                <a:gd name="csY2" fmla="*/ 520834 h 3107769"/>
                <a:gd name="csX3" fmla="*/ 1575665 w 3283681"/>
                <a:gd name="csY3" fmla="*/ 3107769 h 3107769"/>
                <a:gd name="csX4" fmla="*/ 3283680 w 3283681"/>
                <a:gd name="csY4" fmla="*/ 2496134 h 3107769"/>
                <a:gd name="csX0" fmla="*/ 3256260 w 3256260"/>
                <a:gd name="csY0" fmla="*/ 2503222 h 3107769"/>
                <a:gd name="csX1" fmla="*/ 1673504 w 3256260"/>
                <a:gd name="csY1" fmla="*/ 0 h 3107769"/>
                <a:gd name="csX2" fmla="*/ 0 w 3256260"/>
                <a:gd name="csY2" fmla="*/ 515094 h 3107769"/>
                <a:gd name="csX3" fmla="*/ 1548244 w 3256260"/>
                <a:gd name="csY3" fmla="*/ 3107769 h 3107769"/>
                <a:gd name="csX4" fmla="*/ 3256259 w 3256260"/>
                <a:gd name="csY4" fmla="*/ 2496134 h 3107769"/>
                <a:gd name="csX0" fmla="*/ 3219698 w 3219698"/>
                <a:gd name="csY0" fmla="*/ 2503222 h 3107769"/>
                <a:gd name="csX1" fmla="*/ 1636942 w 3219698"/>
                <a:gd name="csY1" fmla="*/ 0 h 3107769"/>
                <a:gd name="csX2" fmla="*/ 0 w 3219698"/>
                <a:gd name="csY2" fmla="*/ 515094 h 3107769"/>
                <a:gd name="csX3" fmla="*/ 1511682 w 3219698"/>
                <a:gd name="csY3" fmla="*/ 3107769 h 3107769"/>
                <a:gd name="csX4" fmla="*/ 3219697 w 3219698"/>
                <a:gd name="csY4" fmla="*/ 2496134 h 3107769"/>
                <a:gd name="csX0" fmla="*/ 3219698 w 3219698"/>
                <a:gd name="csY0" fmla="*/ 2250697 h 2855244"/>
                <a:gd name="csX1" fmla="*/ 1806039 w 3219698"/>
                <a:gd name="csY1" fmla="*/ 0 h 2855244"/>
                <a:gd name="csX2" fmla="*/ 0 w 3219698"/>
                <a:gd name="csY2" fmla="*/ 262569 h 2855244"/>
                <a:gd name="csX3" fmla="*/ 1511682 w 3219698"/>
                <a:gd name="csY3" fmla="*/ 2855244 h 2855244"/>
                <a:gd name="csX4" fmla="*/ 3219697 w 3219698"/>
                <a:gd name="csY4" fmla="*/ 2243609 h 2855244"/>
                <a:gd name="csX0" fmla="*/ 3004899 w 3004899"/>
                <a:gd name="csY0" fmla="*/ 2250697 h 2855244"/>
                <a:gd name="csX1" fmla="*/ 1591240 w 3004899"/>
                <a:gd name="csY1" fmla="*/ 0 h 2855244"/>
                <a:gd name="csX2" fmla="*/ 0 w 3004899"/>
                <a:gd name="csY2" fmla="*/ 480658 h 2855244"/>
                <a:gd name="csX3" fmla="*/ 1296883 w 3004899"/>
                <a:gd name="csY3" fmla="*/ 2855244 h 2855244"/>
                <a:gd name="csX4" fmla="*/ 3004898 w 3004899"/>
                <a:gd name="csY4" fmla="*/ 2243609 h 2855244"/>
                <a:gd name="csX0" fmla="*/ 2963767 w 2963767"/>
                <a:gd name="csY0" fmla="*/ 2250697 h 2855244"/>
                <a:gd name="csX1" fmla="*/ 1550108 w 2963767"/>
                <a:gd name="csY1" fmla="*/ 0 h 2855244"/>
                <a:gd name="csX2" fmla="*/ 0 w 2963767"/>
                <a:gd name="csY2" fmla="*/ 503615 h 2855244"/>
                <a:gd name="csX3" fmla="*/ 1255751 w 2963767"/>
                <a:gd name="csY3" fmla="*/ 2855244 h 2855244"/>
                <a:gd name="csX4" fmla="*/ 2963766 w 2963767"/>
                <a:gd name="csY4" fmla="*/ 2243609 h 2855244"/>
                <a:gd name="csX0" fmla="*/ 2977477 w 2977477"/>
                <a:gd name="csY0" fmla="*/ 2250697 h 2855244"/>
                <a:gd name="csX1" fmla="*/ 1563818 w 2977477"/>
                <a:gd name="csY1" fmla="*/ 0 h 2855244"/>
                <a:gd name="csX2" fmla="*/ 0 w 2977477"/>
                <a:gd name="csY2" fmla="*/ 497876 h 2855244"/>
                <a:gd name="csX3" fmla="*/ 1269461 w 2977477"/>
                <a:gd name="csY3" fmla="*/ 2855244 h 2855244"/>
                <a:gd name="csX4" fmla="*/ 2977476 w 2977477"/>
                <a:gd name="csY4" fmla="*/ 2243609 h 2855244"/>
                <a:gd name="csX0" fmla="*/ 2977477 w 2977477"/>
                <a:gd name="csY0" fmla="*/ 2250697 h 2855244"/>
                <a:gd name="csX1" fmla="*/ 1563818 w 2977477"/>
                <a:gd name="csY1" fmla="*/ 0 h 2855244"/>
                <a:gd name="csX2" fmla="*/ 0 w 2977477"/>
                <a:gd name="csY2" fmla="*/ 480659 h 2855244"/>
                <a:gd name="csX3" fmla="*/ 1269461 w 2977477"/>
                <a:gd name="csY3" fmla="*/ 2855244 h 2855244"/>
                <a:gd name="csX4" fmla="*/ 2977476 w 2977477"/>
                <a:gd name="csY4" fmla="*/ 2243609 h 2855244"/>
                <a:gd name="csX0" fmla="*/ 2977477 w 2977477"/>
                <a:gd name="csY0" fmla="*/ 2250697 h 2855244"/>
                <a:gd name="csX1" fmla="*/ 1563818 w 2977477"/>
                <a:gd name="csY1" fmla="*/ 0 h 2855244"/>
                <a:gd name="csX2" fmla="*/ 0 w 2977477"/>
                <a:gd name="csY2" fmla="*/ 463442 h 2855244"/>
                <a:gd name="csX3" fmla="*/ 1269461 w 2977477"/>
                <a:gd name="csY3" fmla="*/ 2855244 h 2855244"/>
                <a:gd name="csX4" fmla="*/ 2977476 w 2977477"/>
                <a:gd name="csY4" fmla="*/ 2243609 h 2855244"/>
                <a:gd name="csX0" fmla="*/ 2890643 w 2890643"/>
                <a:gd name="csY0" fmla="*/ 2250697 h 2855244"/>
                <a:gd name="csX1" fmla="*/ 1476984 w 2890643"/>
                <a:gd name="csY1" fmla="*/ 0 h 2855244"/>
                <a:gd name="csX2" fmla="*/ 0 w 2890643"/>
                <a:gd name="csY2" fmla="*/ 446225 h 2855244"/>
                <a:gd name="csX3" fmla="*/ 1182627 w 2890643"/>
                <a:gd name="csY3" fmla="*/ 2855244 h 2855244"/>
                <a:gd name="csX4" fmla="*/ 2890642 w 2890643"/>
                <a:gd name="csY4" fmla="*/ 2243609 h 2855244"/>
                <a:gd name="csX0" fmla="*/ 2922634 w 2922634"/>
                <a:gd name="csY0" fmla="*/ 2250697 h 2855244"/>
                <a:gd name="csX1" fmla="*/ 1508975 w 2922634"/>
                <a:gd name="csY1" fmla="*/ 0 h 2855244"/>
                <a:gd name="csX2" fmla="*/ 0 w 2922634"/>
                <a:gd name="csY2" fmla="*/ 474921 h 2855244"/>
                <a:gd name="csX3" fmla="*/ 1214618 w 2922634"/>
                <a:gd name="csY3" fmla="*/ 2855244 h 2855244"/>
                <a:gd name="csX4" fmla="*/ 2922633 w 2922634"/>
                <a:gd name="csY4" fmla="*/ 2243609 h 2855244"/>
                <a:gd name="csX0" fmla="*/ 2968335 w 2968335"/>
                <a:gd name="csY0" fmla="*/ 2250697 h 2855244"/>
                <a:gd name="csX1" fmla="*/ 1554676 w 2968335"/>
                <a:gd name="csY1" fmla="*/ 0 h 2855244"/>
                <a:gd name="csX2" fmla="*/ 0 w 2968335"/>
                <a:gd name="csY2" fmla="*/ 474921 h 2855244"/>
                <a:gd name="csX3" fmla="*/ 1260319 w 2968335"/>
                <a:gd name="csY3" fmla="*/ 2855244 h 2855244"/>
                <a:gd name="csX4" fmla="*/ 2968334 w 2968335"/>
                <a:gd name="csY4" fmla="*/ 2243609 h 2855244"/>
                <a:gd name="csX0" fmla="*/ 2982045 w 2982045"/>
                <a:gd name="csY0" fmla="*/ 2250697 h 2855244"/>
                <a:gd name="csX1" fmla="*/ 1568386 w 2982045"/>
                <a:gd name="csY1" fmla="*/ 0 h 2855244"/>
                <a:gd name="csX2" fmla="*/ 0 w 2982045"/>
                <a:gd name="csY2" fmla="*/ 474921 h 2855244"/>
                <a:gd name="csX3" fmla="*/ 1274029 w 2982045"/>
                <a:gd name="csY3" fmla="*/ 2855244 h 2855244"/>
                <a:gd name="csX4" fmla="*/ 2982044 w 2982045"/>
                <a:gd name="csY4" fmla="*/ 2243609 h 2855244"/>
                <a:gd name="csX0" fmla="*/ 2876486 w 2876486"/>
                <a:gd name="csY0" fmla="*/ 2250697 h 2855244"/>
                <a:gd name="csX1" fmla="*/ 1462827 w 2876486"/>
                <a:gd name="csY1" fmla="*/ 0 h 2855244"/>
                <a:gd name="csX2" fmla="*/ 0 w 2876486"/>
                <a:gd name="csY2" fmla="*/ 446226 h 2855244"/>
                <a:gd name="csX3" fmla="*/ 1168470 w 2876486"/>
                <a:gd name="csY3" fmla="*/ 2855244 h 2855244"/>
                <a:gd name="csX4" fmla="*/ 2876485 w 2876486"/>
                <a:gd name="csY4" fmla="*/ 2243609 h 2855244"/>
                <a:gd name="csX0" fmla="*/ 2876486 w 2876486"/>
                <a:gd name="csY0" fmla="*/ 2279393 h 2883940"/>
                <a:gd name="csX1" fmla="*/ 1568386 w 2876486"/>
                <a:gd name="csY1" fmla="*/ 0 h 2883940"/>
                <a:gd name="csX2" fmla="*/ 0 w 2876486"/>
                <a:gd name="csY2" fmla="*/ 474922 h 2883940"/>
                <a:gd name="csX3" fmla="*/ 1168470 w 2876486"/>
                <a:gd name="csY3" fmla="*/ 2883940 h 2883940"/>
                <a:gd name="csX4" fmla="*/ 2876485 w 2876486"/>
                <a:gd name="csY4" fmla="*/ 2272305 h 2883940"/>
                <a:gd name="csX0" fmla="*/ 2876486 w 2876486"/>
                <a:gd name="csY0" fmla="*/ 2279393 h 2935592"/>
                <a:gd name="csX1" fmla="*/ 1568386 w 2876486"/>
                <a:gd name="csY1" fmla="*/ 0 h 2935592"/>
                <a:gd name="csX2" fmla="*/ 0 w 2876486"/>
                <a:gd name="csY2" fmla="*/ 474922 h 2935592"/>
                <a:gd name="csX3" fmla="*/ 1209070 w 2876486"/>
                <a:gd name="csY3" fmla="*/ 2935592 h 2935592"/>
                <a:gd name="csX4" fmla="*/ 2876485 w 2876486"/>
                <a:gd name="csY4" fmla="*/ 2272305 h 29355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876486" h="2935592">
                  <a:moveTo>
                    <a:pt x="2876486" y="2279393"/>
                  </a:moveTo>
                  <a:lnTo>
                    <a:pt x="1568386" y="0"/>
                  </a:lnTo>
                  <a:lnTo>
                    <a:pt x="0" y="474922"/>
                  </a:lnTo>
                  <a:lnTo>
                    <a:pt x="1209070" y="2935592"/>
                  </a:lnTo>
                  <a:lnTo>
                    <a:pt x="2876485" y="2272305"/>
                  </a:lnTo>
                </a:path>
              </a:pathLst>
            </a:custGeom>
            <a:solidFill>
              <a:srgbClr val="FFC000">
                <a:alpha val="30000"/>
              </a:srgbClr>
            </a:solidFill>
            <a:ln>
              <a:solidFill>
                <a:schemeClr val="accent1">
                  <a:shade val="15000"/>
                  <a:alpha val="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F6C380AF-FD35-F181-0F42-99A911E9FF1E}"/>
                </a:ext>
              </a:extLst>
            </p:cNvPr>
            <p:cNvSpPr/>
            <p:nvPr/>
          </p:nvSpPr>
          <p:spPr>
            <a:xfrm>
              <a:off x="2892057" y="1828800"/>
              <a:ext cx="3593804" cy="2771554"/>
            </a:xfrm>
            <a:custGeom>
              <a:avLst/>
              <a:gdLst>
                <a:gd name="csX0" fmla="*/ 4167963 w 4167963"/>
                <a:gd name="csY0" fmla="*/ 2771553 h 2970028"/>
                <a:gd name="csX1" fmla="*/ 1970567 w 4167963"/>
                <a:gd name="csY1" fmla="*/ 0 h 2970028"/>
                <a:gd name="csX2" fmla="*/ 0 w 4167963"/>
                <a:gd name="csY2" fmla="*/ 474921 h 2970028"/>
                <a:gd name="csX3" fmla="*/ 1913860 w 4167963"/>
                <a:gd name="csY3" fmla="*/ 2970028 h 2970028"/>
                <a:gd name="csX4" fmla="*/ 3891516 w 4167963"/>
                <a:gd name="csY4" fmla="*/ 2410046 h 2970028"/>
                <a:gd name="csX0" fmla="*/ 3891517 w 3891517"/>
                <a:gd name="csY0" fmla="*/ 2417134 h 2970028"/>
                <a:gd name="csX1" fmla="*/ 1970567 w 3891517"/>
                <a:gd name="csY1" fmla="*/ 0 h 2970028"/>
                <a:gd name="csX2" fmla="*/ 0 w 3891517"/>
                <a:gd name="csY2" fmla="*/ 474921 h 2970028"/>
                <a:gd name="csX3" fmla="*/ 1913860 w 3891517"/>
                <a:gd name="csY3" fmla="*/ 2970028 h 2970028"/>
                <a:gd name="csX4" fmla="*/ 3891516 w 3891517"/>
                <a:gd name="csY4" fmla="*/ 2410046 h 2970028"/>
                <a:gd name="csX0" fmla="*/ 3735573 w 3735573"/>
                <a:gd name="csY0" fmla="*/ 2417134 h 2970028"/>
                <a:gd name="csX1" fmla="*/ 1814623 w 3735573"/>
                <a:gd name="csY1" fmla="*/ 0 h 2970028"/>
                <a:gd name="csX2" fmla="*/ 0 w 3735573"/>
                <a:gd name="csY2" fmla="*/ 581247 h 2970028"/>
                <a:gd name="csX3" fmla="*/ 1757916 w 3735573"/>
                <a:gd name="csY3" fmla="*/ 2970028 h 2970028"/>
                <a:gd name="csX4" fmla="*/ 3735572 w 3735573"/>
                <a:gd name="csY4" fmla="*/ 2410046 h 2970028"/>
                <a:gd name="csX0" fmla="*/ 3693043 w 3693043"/>
                <a:gd name="csY0" fmla="*/ 2417134 h 2970028"/>
                <a:gd name="csX1" fmla="*/ 1772093 w 3693043"/>
                <a:gd name="csY1" fmla="*/ 0 h 2970028"/>
                <a:gd name="csX2" fmla="*/ 0 w 3693043"/>
                <a:gd name="csY2" fmla="*/ 694661 h 2970028"/>
                <a:gd name="csX3" fmla="*/ 1715386 w 3693043"/>
                <a:gd name="csY3" fmla="*/ 2970028 h 2970028"/>
                <a:gd name="csX4" fmla="*/ 3693042 w 3693043"/>
                <a:gd name="csY4" fmla="*/ 2410046 h 2970028"/>
                <a:gd name="csX0" fmla="*/ 3693043 w 3693043"/>
                <a:gd name="csY0" fmla="*/ 2254102 h 2806996"/>
                <a:gd name="csX1" fmla="*/ 1935126 w 3693043"/>
                <a:gd name="csY1" fmla="*/ 0 h 2806996"/>
                <a:gd name="csX2" fmla="*/ 0 w 3693043"/>
                <a:gd name="csY2" fmla="*/ 531629 h 2806996"/>
                <a:gd name="csX3" fmla="*/ 1715386 w 3693043"/>
                <a:gd name="csY3" fmla="*/ 2806996 h 2806996"/>
                <a:gd name="csX4" fmla="*/ 3693042 w 3693043"/>
                <a:gd name="csY4" fmla="*/ 2247014 h 2806996"/>
                <a:gd name="csX0" fmla="*/ 3693043 w 3693043"/>
                <a:gd name="csY0" fmla="*/ 2218660 h 2771554"/>
                <a:gd name="csX1" fmla="*/ 1956391 w 3693043"/>
                <a:gd name="csY1" fmla="*/ 0 h 2771554"/>
                <a:gd name="csX2" fmla="*/ 0 w 3693043"/>
                <a:gd name="csY2" fmla="*/ 496187 h 2771554"/>
                <a:gd name="csX3" fmla="*/ 1715386 w 3693043"/>
                <a:gd name="csY3" fmla="*/ 2771554 h 2771554"/>
                <a:gd name="csX4" fmla="*/ 3693042 w 3693043"/>
                <a:gd name="csY4" fmla="*/ 2211572 h 2771554"/>
                <a:gd name="csX0" fmla="*/ 3508745 w 3508745"/>
                <a:gd name="csY0" fmla="*/ 2218660 h 2771554"/>
                <a:gd name="csX1" fmla="*/ 1772093 w 3508745"/>
                <a:gd name="csY1" fmla="*/ 0 h 2771554"/>
                <a:gd name="csX2" fmla="*/ 0 w 3508745"/>
                <a:gd name="csY2" fmla="*/ 510364 h 2771554"/>
                <a:gd name="csX3" fmla="*/ 1531088 w 3508745"/>
                <a:gd name="csY3" fmla="*/ 2771554 h 2771554"/>
                <a:gd name="csX4" fmla="*/ 3508744 w 3508745"/>
                <a:gd name="csY4" fmla="*/ 2211572 h 2771554"/>
                <a:gd name="csX0" fmla="*/ 3480391 w 3480391"/>
                <a:gd name="csY0" fmla="*/ 2218660 h 2771554"/>
                <a:gd name="csX1" fmla="*/ 1743739 w 3480391"/>
                <a:gd name="csY1" fmla="*/ 0 h 2771554"/>
                <a:gd name="csX2" fmla="*/ 0 w 3480391"/>
                <a:gd name="csY2" fmla="*/ 418215 h 2771554"/>
                <a:gd name="csX3" fmla="*/ 1502734 w 3480391"/>
                <a:gd name="csY3" fmla="*/ 2771554 h 2771554"/>
                <a:gd name="csX4" fmla="*/ 3480390 w 3480391"/>
                <a:gd name="csY4" fmla="*/ 2211572 h 2771554"/>
                <a:gd name="csX0" fmla="*/ 3508744 w 3508744"/>
                <a:gd name="csY0" fmla="*/ 2218660 h 2771554"/>
                <a:gd name="csX1" fmla="*/ 1772092 w 3508744"/>
                <a:gd name="csY1" fmla="*/ 0 h 2771554"/>
                <a:gd name="csX2" fmla="*/ 0 w 3508744"/>
                <a:gd name="csY2" fmla="*/ 411126 h 2771554"/>
                <a:gd name="csX3" fmla="*/ 1531087 w 3508744"/>
                <a:gd name="csY3" fmla="*/ 2771554 h 2771554"/>
                <a:gd name="csX4" fmla="*/ 3508743 w 3508744"/>
                <a:gd name="csY4" fmla="*/ 2211572 h 2771554"/>
                <a:gd name="csX0" fmla="*/ 3551274 w 3551274"/>
                <a:gd name="csY0" fmla="*/ 2218660 h 2771554"/>
                <a:gd name="csX1" fmla="*/ 1814622 w 3551274"/>
                <a:gd name="csY1" fmla="*/ 0 h 2771554"/>
                <a:gd name="csX2" fmla="*/ 0 w 3551274"/>
                <a:gd name="csY2" fmla="*/ 425303 h 2771554"/>
                <a:gd name="csX3" fmla="*/ 1573617 w 3551274"/>
                <a:gd name="csY3" fmla="*/ 2771554 h 2771554"/>
                <a:gd name="csX4" fmla="*/ 3551273 w 3551274"/>
                <a:gd name="csY4" fmla="*/ 2211572 h 2771554"/>
                <a:gd name="csX0" fmla="*/ 3650511 w 3650511"/>
                <a:gd name="csY0" fmla="*/ 2218660 h 2771554"/>
                <a:gd name="csX1" fmla="*/ 1913859 w 3650511"/>
                <a:gd name="csY1" fmla="*/ 0 h 2771554"/>
                <a:gd name="csX2" fmla="*/ 0 w 3650511"/>
                <a:gd name="csY2" fmla="*/ 489098 h 2771554"/>
                <a:gd name="csX3" fmla="*/ 1672854 w 3650511"/>
                <a:gd name="csY3" fmla="*/ 2771554 h 2771554"/>
                <a:gd name="csX4" fmla="*/ 3650510 w 3650511"/>
                <a:gd name="csY4" fmla="*/ 2211572 h 2771554"/>
                <a:gd name="csX0" fmla="*/ 3565450 w 3565450"/>
                <a:gd name="csY0" fmla="*/ 2218660 h 2771554"/>
                <a:gd name="csX1" fmla="*/ 1828798 w 3565450"/>
                <a:gd name="csY1" fmla="*/ 0 h 2771554"/>
                <a:gd name="csX2" fmla="*/ 0 w 3565450"/>
                <a:gd name="csY2" fmla="*/ 602512 h 2771554"/>
                <a:gd name="csX3" fmla="*/ 1587793 w 3565450"/>
                <a:gd name="csY3" fmla="*/ 2771554 h 2771554"/>
                <a:gd name="csX4" fmla="*/ 3565449 w 3565450"/>
                <a:gd name="csY4" fmla="*/ 2211572 h 2771554"/>
                <a:gd name="csX0" fmla="*/ 3579627 w 3579627"/>
                <a:gd name="csY0" fmla="*/ 2218660 h 2771554"/>
                <a:gd name="csX1" fmla="*/ 1842975 w 3579627"/>
                <a:gd name="csY1" fmla="*/ 0 h 2771554"/>
                <a:gd name="csX2" fmla="*/ 0 w 3579627"/>
                <a:gd name="csY2" fmla="*/ 567070 h 2771554"/>
                <a:gd name="csX3" fmla="*/ 1601970 w 3579627"/>
                <a:gd name="csY3" fmla="*/ 2771554 h 2771554"/>
                <a:gd name="csX4" fmla="*/ 3579626 w 3579627"/>
                <a:gd name="csY4" fmla="*/ 2211572 h 2771554"/>
                <a:gd name="csX0" fmla="*/ 3593804 w 3593804"/>
                <a:gd name="csY0" fmla="*/ 2218660 h 2771554"/>
                <a:gd name="csX1" fmla="*/ 1857152 w 3593804"/>
                <a:gd name="csY1" fmla="*/ 0 h 2771554"/>
                <a:gd name="csX2" fmla="*/ 0 w 3593804"/>
                <a:gd name="csY2" fmla="*/ 510363 h 2771554"/>
                <a:gd name="csX3" fmla="*/ 1616147 w 3593804"/>
                <a:gd name="csY3" fmla="*/ 2771554 h 2771554"/>
                <a:gd name="csX4" fmla="*/ 3593803 w 3593804"/>
                <a:gd name="csY4" fmla="*/ 2211572 h 2771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593804" h="2771554">
                  <a:moveTo>
                    <a:pt x="3593804" y="2218660"/>
                  </a:moveTo>
                  <a:lnTo>
                    <a:pt x="1857152" y="0"/>
                  </a:lnTo>
                  <a:lnTo>
                    <a:pt x="0" y="510363"/>
                  </a:lnTo>
                  <a:lnTo>
                    <a:pt x="1616147" y="2771554"/>
                  </a:lnTo>
                  <a:lnTo>
                    <a:pt x="3593803" y="2211572"/>
                  </a:lnTo>
                </a:path>
              </a:pathLst>
            </a:custGeom>
            <a:solidFill>
              <a:srgbClr val="FF0000">
                <a:alpha val="30000"/>
              </a:srgbClr>
            </a:solidFill>
            <a:ln>
              <a:solidFill>
                <a:schemeClr val="accent1">
                  <a:shade val="15000"/>
                  <a:alpha val="9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5FFAE1E-7174-5DF6-69F4-CA7901E3C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/>
          </p:blipFill>
          <p:spPr>
            <a:xfrm rot="560806" flipH="1">
              <a:off x="3761241" y="1304755"/>
              <a:ext cx="3712046" cy="2735192"/>
            </a:xfrm>
            <a:prstGeom prst="rect">
              <a:avLst/>
            </a:prstGeom>
            <a:ln>
              <a:noFill/>
            </a:ln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5A62E45-5926-59D6-09CC-866EF111CD00}"/>
                </a:ext>
              </a:extLst>
            </p:cNvPr>
            <p:cNvSpPr txBox="1"/>
            <p:nvPr/>
          </p:nvSpPr>
          <p:spPr>
            <a:xfrm rot="20647079">
              <a:off x="4614534" y="3939718"/>
              <a:ext cx="20875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0000"/>
                  </a:solidFill>
                </a:rPr>
                <a:t>Stop Field</a:t>
              </a:r>
              <a:endParaRPr lang="ko-KR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2DACE1-C08D-7E8F-9EC4-050DAC4E56F9}"/>
                </a:ext>
              </a:extLst>
            </p:cNvPr>
            <p:cNvSpPr txBox="1"/>
            <p:nvPr/>
          </p:nvSpPr>
          <p:spPr>
            <a:xfrm rot="20726753">
              <a:off x="4535616" y="4387995"/>
              <a:ext cx="20875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accent2"/>
                  </a:solidFill>
                </a:rPr>
                <a:t>Warning Field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B9DA818-1DAE-7321-CC9D-ECF6F1FFA0F5}"/>
                </a:ext>
              </a:extLst>
            </p:cNvPr>
            <p:cNvSpPr txBox="1"/>
            <p:nvPr/>
          </p:nvSpPr>
          <p:spPr>
            <a:xfrm rot="20599765">
              <a:off x="4535616" y="4864322"/>
              <a:ext cx="20875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accent2"/>
                  </a:solidFill>
                </a:rPr>
                <a:t>Alarm Field</a:t>
              </a:r>
              <a:endParaRPr lang="ko-KR" altLang="en-US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56642D7-DC6D-1920-A923-834E2D95C0C8}"/>
              </a:ext>
            </a:extLst>
          </p:cNvPr>
          <p:cNvGrpSpPr/>
          <p:nvPr/>
        </p:nvGrpSpPr>
        <p:grpSpPr>
          <a:xfrm>
            <a:off x="5954234" y="1284089"/>
            <a:ext cx="5776447" cy="3523684"/>
            <a:chOff x="829340" y="1193069"/>
            <a:chExt cx="8193734" cy="4998250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D6B21969-1954-923F-F273-A29A365CEB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94122" y="3684756"/>
              <a:ext cx="5950256" cy="2406774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43B79788-D37E-20B4-4066-B45771F6C6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64489" y="4327524"/>
              <a:ext cx="970302" cy="86800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9AF899D6-9EA7-4D2B-72DA-EA5AF573B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9340" y="1193069"/>
              <a:ext cx="8193734" cy="227400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73AFD9F-4A1A-32BF-993A-4638F2002E54}"/>
                </a:ext>
              </a:extLst>
            </p:cNvPr>
            <p:cNvSpPr txBox="1"/>
            <p:nvPr/>
          </p:nvSpPr>
          <p:spPr>
            <a:xfrm>
              <a:off x="6942629" y="2825758"/>
              <a:ext cx="1403498" cy="603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컨트롤러가 </a:t>
              </a:r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STO</a:t>
              </a:r>
              <a:r>
                <a:rPr lang="ko-KR" altLang="en-US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신호를 출력</a:t>
              </a:r>
              <a:endParaRPr lang="ko-KR" altLang="en-US" dirty="0"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11FF76-1620-FFA2-3927-66DC4B6E5DB0}"/>
                </a:ext>
              </a:extLst>
            </p:cNvPr>
            <p:cNvSpPr txBox="1"/>
            <p:nvPr/>
          </p:nvSpPr>
          <p:spPr>
            <a:xfrm>
              <a:off x="2033932" y="5311078"/>
              <a:ext cx="1992264" cy="88024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드라이브 혹은 </a:t>
              </a:r>
              <a:r>
                <a:rPr lang="ko-KR" altLang="en-US" sz="1200" dirty="0" err="1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컨택터가</a:t>
              </a:r>
              <a:r>
                <a:rPr lang="ko-KR" altLang="en-US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 모터의 출력을 측시 차단하여 </a:t>
              </a:r>
              <a:r>
                <a:rPr lang="ko-KR" altLang="en-US" sz="1200" dirty="0" err="1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무전원</a:t>
              </a:r>
              <a:r>
                <a:rPr lang="ko-KR" altLang="en-US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 상태로 전환</a:t>
              </a:r>
              <a:endParaRPr lang="ko-KR" altLang="en-US" dirty="0"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1A0CD5A-22B7-674A-C184-53420745025F}"/>
                </a:ext>
              </a:extLst>
            </p:cNvPr>
            <p:cNvSpPr txBox="1"/>
            <p:nvPr/>
          </p:nvSpPr>
          <p:spPr>
            <a:xfrm>
              <a:off x="5415085" y="5311078"/>
              <a:ext cx="1900115" cy="88024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AGV</a:t>
              </a:r>
              <a:r>
                <a:rPr lang="ko-KR" altLang="en-US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는 브레이크 정지</a:t>
              </a:r>
              <a:r>
                <a:rPr lang="en-US" altLang="ko-KR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,</a:t>
              </a:r>
            </a:p>
            <a:p>
              <a:pPr algn="ctr">
                <a:lnSpc>
                  <a:spcPct val="150000"/>
                </a:lnSpc>
              </a:pPr>
              <a:r>
                <a:rPr lang="ko-KR" altLang="en-US" sz="1200" dirty="0">
                  <a:latin typeface="HY견고딕" panose="02030600000101010101" pitchFamily="18" charset="-127"/>
                  <a:ea typeface="HY견고딕" panose="02030600000101010101" pitchFamily="18" charset="-127"/>
                  <a:cs typeface="Arial" panose="020B0604020202020204" pitchFamily="34" charset="0"/>
                </a:rPr>
                <a:t>리셋 전 까지 안전상태 유지</a:t>
              </a:r>
              <a:endParaRPr lang="ko-KR" altLang="en-US" dirty="0"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02038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459</Words>
  <Application>Microsoft Office PowerPoint</Application>
  <PresentationFormat>와이드스크린</PresentationFormat>
  <Paragraphs>77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HY견고딕</vt:lpstr>
      <vt:lpstr>맑은 고딕</vt:lpstr>
      <vt:lpstr>맑은 고딕 Semilight</vt:lpstr>
      <vt:lpstr>Arial</vt:lpstr>
      <vt:lpstr>Segoe UI</vt:lpstr>
      <vt:lpstr>Verdana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태영 박</dc:creator>
  <cp:lastModifiedBy>태영 박</cp:lastModifiedBy>
  <cp:revision>1</cp:revision>
  <dcterms:created xsi:type="dcterms:W3CDTF">2026-05-18T01:57:54Z</dcterms:created>
  <dcterms:modified xsi:type="dcterms:W3CDTF">2026-05-18T06:29:25Z</dcterms:modified>
</cp:coreProperties>
</file>