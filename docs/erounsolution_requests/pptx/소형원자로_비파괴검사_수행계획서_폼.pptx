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a821e6fe04042" /><Relationship Type="http://schemas.openxmlformats.org/officeDocument/2006/relationships/extended-properties" Target="/docProps/app.xml" Id="Rd793aec8a404442a" /><Relationship Type="http://schemas.openxmlformats.org/officeDocument/2006/relationships/officeDocument" Target="/ppt/presentation.xml" Id="R3c0dfe9913b0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5718831c747a6"/>
  </p:sldMasterIdLst>
  <p:notesMasterIdLst>
    <p:notesMasterId xmlns:r="http://schemas.openxmlformats.org/officeDocument/2006/relationships" r:id="Rf3288d9e90f048f4"/>
  </p:notesMasterIdLst>
  <p:sldIdLst>
    <p:sldId xmlns:r="http://schemas.openxmlformats.org/officeDocument/2006/relationships" id="256" r:id="Ra69632f1392d44c3"/>
    <p:sldId xmlns:r="http://schemas.openxmlformats.org/officeDocument/2006/relationships" id="257" r:id="R8ffac9a410f24dd5"/>
    <p:sldId xmlns:r="http://schemas.openxmlformats.org/officeDocument/2006/relationships" id="258" r:id="Rbbe9abb70a1c4dfa"/>
    <p:sldId xmlns:r="http://schemas.openxmlformats.org/officeDocument/2006/relationships" id="259" r:id="R1a2f30105c58454b"/>
    <p:sldId xmlns:r="http://schemas.openxmlformats.org/officeDocument/2006/relationships" id="260" r:id="Rb87c0e7cb5a6424a"/>
    <p:sldId xmlns:r="http://schemas.openxmlformats.org/officeDocument/2006/relationships" id="261" r:id="R707e9ed30a524e35"/>
    <p:sldId xmlns:r="http://schemas.openxmlformats.org/officeDocument/2006/relationships" id="262" r:id="Re70268a4a26e4c88"/>
    <p:sldId xmlns:r="http://schemas.openxmlformats.org/officeDocument/2006/relationships" id="263" r:id="Raeb8640a87d04769"/>
    <p:sldId xmlns:r="http://schemas.openxmlformats.org/officeDocument/2006/relationships" id="264" r:id="Rf3b6f3cea612418e"/>
    <p:sldId xmlns:r="http://schemas.openxmlformats.org/officeDocument/2006/relationships" id="265" r:id="R08a49d164e674022"/>
    <p:sldId xmlns:r="http://schemas.openxmlformats.org/officeDocument/2006/relationships" id="266" r:id="Rbe4260eb4af7496a"/>
    <p:sldId xmlns:r="http://schemas.openxmlformats.org/officeDocument/2006/relationships" id="267" r:id="R5bef7a55869145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bfab361a3f496c" /><Relationship Type="http://schemas.openxmlformats.org/officeDocument/2006/relationships/slideMaster" Target="/ppt/slideMasters/slideMaster1.xml" Id="R2a85718831c747a6" /><Relationship Type="http://schemas.openxmlformats.org/officeDocument/2006/relationships/notesMaster" Target="/ppt/notesMasters/notesMaster1.xml" Id="Rf3288d9e90f048f4" /><Relationship Type="http://schemas.openxmlformats.org/officeDocument/2006/relationships/presProps" Target="/ppt/presProps.xml" Id="R0d861d4d101e418d" /><Relationship Type="http://schemas.openxmlformats.org/officeDocument/2006/relationships/tableStyles" Target="/ppt/tableStyles.xml" Id="Rbb221259c4024e86" /><Relationship Type="http://schemas.openxmlformats.org/officeDocument/2006/relationships/slide" Target="/ppt/slides/slide1.xml" Id="Ra69632f1392d44c3" /><Relationship Type="http://schemas.openxmlformats.org/officeDocument/2006/relationships/slide" Target="/ppt/slides/slide2.xml" Id="R8ffac9a410f24dd5" /><Relationship Type="http://schemas.openxmlformats.org/officeDocument/2006/relationships/slide" Target="/ppt/slides/slide3.xml" Id="Rbbe9abb70a1c4dfa" /><Relationship Type="http://schemas.openxmlformats.org/officeDocument/2006/relationships/slide" Target="/ppt/slides/slide4.xml" Id="R1a2f30105c58454b" /><Relationship Type="http://schemas.openxmlformats.org/officeDocument/2006/relationships/slide" Target="/ppt/slides/slide5.xml" Id="Rb87c0e7cb5a6424a" /><Relationship Type="http://schemas.openxmlformats.org/officeDocument/2006/relationships/slide" Target="/ppt/slides/slide6.xml" Id="R707e9ed30a524e35" /><Relationship Type="http://schemas.openxmlformats.org/officeDocument/2006/relationships/slide" Target="/ppt/slides/slide7.xml" Id="Re70268a4a26e4c88" /><Relationship Type="http://schemas.openxmlformats.org/officeDocument/2006/relationships/slide" Target="/ppt/slides/slide8.xml" Id="Raeb8640a87d04769" /><Relationship Type="http://schemas.openxmlformats.org/officeDocument/2006/relationships/slide" Target="/ppt/slides/slide9.xml" Id="Rf3b6f3cea612418e" /><Relationship Type="http://schemas.openxmlformats.org/officeDocument/2006/relationships/slide" Target="/ppt/slides/slide10.xml" Id="R08a49d164e674022" /><Relationship Type="http://schemas.openxmlformats.org/officeDocument/2006/relationships/slide" Target="/ppt/slides/slide11.xml" Id="Rbe4260eb4af7496a" /><Relationship Type="http://schemas.openxmlformats.org/officeDocument/2006/relationships/slide" Target="/ppt/slides/slide12.xml" Id="R5bef7a558691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c545b0478d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52337427249fa" /><Relationship Type="http://schemas.openxmlformats.org/officeDocument/2006/relationships/notesMaster" Target="/ppt/notesMasters/notesMaster1.xml" Id="R4d169bb28044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b01b0eb4884331" /><Relationship Type="http://schemas.openxmlformats.org/officeDocument/2006/relationships/notesMaster" Target="/ppt/notesMasters/notesMaster1.xml" Id="R4bb85fd838fa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9cbe72ae947e8" /><Relationship Type="http://schemas.openxmlformats.org/officeDocument/2006/relationships/notesMaster" Target="/ppt/notesMasters/notesMaster1.xml" Id="Rf217fe8b8638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b6af93f4374d5d" /><Relationship Type="http://schemas.openxmlformats.org/officeDocument/2006/relationships/notesMaster" Target="/ppt/notesMasters/notesMaster1.xml" Id="R213f92560820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cae81f998f4241" /><Relationship Type="http://schemas.openxmlformats.org/officeDocument/2006/relationships/notesMaster" Target="/ppt/notesMasters/notesMaster1.xml" Id="R99aadbfc484c40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c7dfc515564cc2" /><Relationship Type="http://schemas.openxmlformats.org/officeDocument/2006/relationships/notesMaster" Target="/ppt/notesMasters/notesMaster1.xml" Id="R65d09823a40b43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4e9cf2ac24563" /><Relationship Type="http://schemas.openxmlformats.org/officeDocument/2006/relationships/notesMaster" Target="/ppt/notesMasters/notesMaster1.xml" Id="R204f8702af7246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13ea130654094" /><Relationship Type="http://schemas.openxmlformats.org/officeDocument/2006/relationships/notesMaster" Target="/ppt/notesMasters/notesMaster1.xml" Id="Rebc15afd489b40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defc9e3e6f4001" /><Relationship Type="http://schemas.openxmlformats.org/officeDocument/2006/relationships/notesMaster" Target="/ppt/notesMasters/notesMaster1.xml" Id="R176dbd7687894e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0521976abe4e75" /><Relationship Type="http://schemas.openxmlformats.org/officeDocument/2006/relationships/notesMaster" Target="/ppt/notesMasters/notesMaster1.xml" Id="R32fa6e24030a4e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06aca39a3044fb" /><Relationship Type="http://schemas.openxmlformats.org/officeDocument/2006/relationships/notesMaster" Target="/ppt/notesMasters/notesMaster1.xml" Id="R1f723e909e3a48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225507a92e4545" /><Relationship Type="http://schemas.openxmlformats.org/officeDocument/2006/relationships/notesMaster" Target="/ppt/notesMasters/notesMaster1.xml" Id="Rb9a78c932ed149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690401ed943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a4247320f84892" /><Relationship Type="http://schemas.openxmlformats.org/officeDocument/2006/relationships/slideLayout" Target="/ppt/slideLayouts/slideLayout1.xml" Id="R0072d3309a4647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2d3309a4647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2f51e329f4762" /><Relationship Type="http://schemas.openxmlformats.org/officeDocument/2006/relationships/notesSlide" Target="/ppt/notesSlides/notesSlide1.xml" Id="Rfafa956719c84b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26288a14f4d20" /><Relationship Type="http://schemas.openxmlformats.org/officeDocument/2006/relationships/notesSlide" Target="/ppt/notesSlides/notesSlide2.xml" Id="R8b267cfc40a1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e4712e3a4835" /><Relationship Type="http://schemas.openxmlformats.org/officeDocument/2006/relationships/notesSlide" Target="/ppt/notesSlides/notesSlide3.xml" Id="Rbbd2d38439c447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5f756ee5f4dda" /><Relationship Type="http://schemas.openxmlformats.org/officeDocument/2006/relationships/notesSlide" Target="/ppt/notesSlides/notesSlide4.xml" Id="R5d33b2f0f76b46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ee20fdcd441e0" /><Relationship Type="http://schemas.openxmlformats.org/officeDocument/2006/relationships/notesSlide" Target="/ppt/notesSlides/notesSlide5.xml" Id="R887318f7f824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17b947dc447ca" /><Relationship Type="http://schemas.openxmlformats.org/officeDocument/2006/relationships/notesSlide" Target="/ppt/notesSlides/notesSlide6.xml" Id="R3226b6832e5f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56e6450c4873" /><Relationship Type="http://schemas.openxmlformats.org/officeDocument/2006/relationships/notesSlide" Target="/ppt/notesSlides/notesSlide7.xml" Id="R387e0e07bed944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433aaf3e745a8" /><Relationship Type="http://schemas.openxmlformats.org/officeDocument/2006/relationships/notesSlide" Target="/ppt/notesSlides/notesSlide8.xml" Id="R9809357e1cc9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b061dc7da491b" /><Relationship Type="http://schemas.openxmlformats.org/officeDocument/2006/relationships/notesSlide" Target="/ppt/notesSlides/notesSlide9.xml" Id="Rcb54df576e2b44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569396081495d" /><Relationship Type="http://schemas.openxmlformats.org/officeDocument/2006/relationships/notesSlide" Target="/ppt/notesSlides/notesSlide10.xml" Id="R16cfbcefd5d448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7badd61b49f7" /><Relationship Type="http://schemas.openxmlformats.org/officeDocument/2006/relationships/notesSlide" Target="/ppt/notesSlides/notesSlide11.xml" Id="R759fadaf03fc48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9be65d0454dd6" /><Relationship Type="http://schemas.openxmlformats.org/officeDocument/2006/relationships/notesSlide" Target="/ppt/notesSlides/notesSlide12.xml" Id="R2f8491ab3a9241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65CD50A-6180-4C86-8D00-6C0EADB2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소형 원자로 비파괴 검사 자동화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8502FF-7283-45A3-9274-B70F8B0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수행계획서 Form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5462B4B0-7AD4-4622-ACBF-07BF12B0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작성일: YYYY년 MM월 DD일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09985C3D-AD21-4B70-B550-D3E5ECE3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작성 부서 / 작성자 / 버전 입력</a:t>
            </a:r>
          </a:p>
        </p:txBody>
      </p:sp>
      <p:sp>
        <p:nvSpPr>
          <p:cNvPr id="5" name="eroun-a">
            <a:extLst xmlns:a="http://schemas.openxmlformats.org/drawingml/2006/main">
              <a:ext uri="{FF2B5EF4-FFF2-40B4-BE49-F238E27FC236}">
                <a16:creationId xmlns:a16="http://schemas.microsoft.com/office/drawing/2014/main" id="{E578CBE0-0A32-48AC-8EA0-5C180A5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1419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14199"/>
                </a:solidFill>
                <a:latin typeface="Malgun Gothic"/>
                <a:ea typeface="Malgun Gothic"/>
                <a:cs typeface="Malgun Gothic"/>
              </a:rPr>
              <a:t>이로운</a:t>
            </a:r>
          </a:p>
        </p:txBody>
      </p:sp>
      <p:sp>
        <p:nvSpPr>
          <p:cNvPr id="6" name="eroun-b">
            <a:extLst xmlns:a="http://schemas.openxmlformats.org/drawingml/2006/main">
              <a:ext uri="{FF2B5EF4-FFF2-40B4-BE49-F238E27FC236}">
                <a16:creationId xmlns:a16="http://schemas.microsoft.com/office/drawing/2014/main" id="{7E2AB4D5-1A22-45BF-9364-E4B1A92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150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419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514199"/>
                </a:solidFill>
                <a:latin typeface="Malgun Gothic"/>
                <a:ea typeface="Malgun Gothic"/>
                <a:cs typeface="Malgun Gothic"/>
              </a:rPr>
              <a:t>솔루션</a:t>
            </a:r>
          </a:p>
        </p:txBody>
      </p:sp>
      <p:sp>
        <p:nvSpPr>
          <p:cNvPr id="7" name="cover-studio">
            <a:extLst xmlns:a="http://schemas.openxmlformats.org/drawingml/2006/main">
              <a:ext uri="{FF2B5EF4-FFF2-40B4-BE49-F238E27FC236}">
                <a16:creationId xmlns:a16="http://schemas.microsoft.com/office/drawing/2014/main" id="{25C3951B-5708-44E9-92E1-0B80491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15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8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176F2676-142A-4600-BD80-88E0096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1650961E-9CE9-48C0-9C44-9824EC72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4C543E2E-EED0-41A4-ADF3-209F80B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4485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A617FE18-5C1F-4EA1-88FC-FFCD139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7B644C3B-F8F5-40ED-8AB1-4F8E4035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06B0239E-A9CE-4177-8B45-240B6E5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BE3D09-1073-4842-936D-986CE97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문서 개정 이력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695958-3E19-427C-B751-4E03372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2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8925AB0B-83F8-4815-9A09-1C5D252C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001375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EACA4062-3596-4972-B2C3-734E21A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6F9EB8DE-B530-4AD7-AC80-E8BDD87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버전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545DDE21-BFF1-48DC-80CD-544DC35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99060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AC7E8DEF-A9BC-44DB-932F-5C50B5E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5727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개정일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7C16A9A6-D430-4A96-9DD5-7E7FF9FB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99060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72BB0BB1-E977-403C-B976-85D1FB1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05727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개정 내용</a:t>
            </a:r>
          </a:p>
        </p:txBody>
      </p:sp>
      <p:sp>
        <p:nvSpPr>
          <p:cNvPr id="13" name="cell-0-3">
            <a:extLst xmlns:a="http://schemas.openxmlformats.org/drawingml/2006/main">
              <a:ext uri="{FF2B5EF4-FFF2-40B4-BE49-F238E27FC236}">
                <a16:creationId xmlns:a16="http://schemas.microsoft.com/office/drawing/2014/main" id="{4CE0623D-097B-407E-9C06-DCCB1169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99060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A153FBA1-0995-4B1B-9658-FD84AE14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05727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6630F5B0-C77C-42F9-904C-9076DD52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C75104E0-E1A2-46B0-8D0E-D743D08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0.1</a:t>
            </a:r>
          </a:p>
        </p:txBody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14350101-123D-4D30-952B-03E4466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26682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707ED867-7713-44B5-B161-11D83A9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3350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YYYY-MM-DD</a:t>
            </a:r>
          </a:p>
        </p:txBody>
      </p:sp>
      <p:sp>
        <p:nvSpPr>
          <p:cNvPr id="19" name="cell-1-2">
            <a:extLst xmlns:a="http://schemas.openxmlformats.org/drawingml/2006/main">
              <a:ext uri="{FF2B5EF4-FFF2-40B4-BE49-F238E27FC236}">
                <a16:creationId xmlns:a16="http://schemas.microsoft.com/office/drawing/2014/main" id="{B9FE1849-B21E-49E4-B977-D6471AD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6682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2EE49445-9BF1-4E10-9379-B4F1083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3350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초안 작성</a:t>
            </a:r>
          </a:p>
        </p:txBody>
      </p:sp>
      <p:sp>
        <p:nvSpPr>
          <p:cNvPr id="21" name="cell-1-3">
            <a:extLst xmlns:a="http://schemas.openxmlformats.org/drawingml/2006/main">
              <a:ext uri="{FF2B5EF4-FFF2-40B4-BE49-F238E27FC236}">
                <a16:creationId xmlns:a16="http://schemas.microsoft.com/office/drawing/2014/main" id="{3150C335-6357-42CF-86F0-FC3E0141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26682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D2CB3EAB-BDC8-4CAA-95B1-54A7963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작성자</a:t>
            </a:r>
          </a:p>
        </p:txBody>
      </p:sp>
      <p:sp>
        <p:nvSpPr>
          <p:cNvPr id="23" name="cell-2-0">
            <a:extLst xmlns:a="http://schemas.openxmlformats.org/drawingml/2006/main">
              <a:ext uri="{FF2B5EF4-FFF2-40B4-BE49-F238E27FC236}">
                <a16:creationId xmlns:a16="http://schemas.microsoft.com/office/drawing/2014/main" id="{795C7B2B-7EC1-4D30-B918-557CC345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0489FCC4-6E1A-45DA-88D0-B4096FD7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972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cell-2-1">
            <a:extLst xmlns:a="http://schemas.openxmlformats.org/drawingml/2006/main">
              <a:ext uri="{FF2B5EF4-FFF2-40B4-BE49-F238E27FC236}">
                <a16:creationId xmlns:a16="http://schemas.microsoft.com/office/drawing/2014/main" id="{C153F17E-E30C-47FF-B8A3-AFFC1E5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54305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8B037579-3F67-44A2-8AF1-6C32E8A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0972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cell-2-2">
            <a:extLst xmlns:a="http://schemas.openxmlformats.org/drawingml/2006/main">
              <a:ext uri="{FF2B5EF4-FFF2-40B4-BE49-F238E27FC236}">
                <a16:creationId xmlns:a16="http://schemas.microsoft.com/office/drawing/2014/main" id="{A27CE71C-2509-4897-8D5D-9C147F5D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4305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654A8C8B-3103-4E8B-AC8F-143228B9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0972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cell-2-3">
            <a:extLst xmlns:a="http://schemas.openxmlformats.org/drawingml/2006/main">
              <a:ext uri="{FF2B5EF4-FFF2-40B4-BE49-F238E27FC236}">
                <a16:creationId xmlns:a16="http://schemas.microsoft.com/office/drawing/2014/main" id="{D706BDA6-0358-429B-B665-05B938B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54305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711A797C-5500-4BD8-A6F8-CA64C95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0972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3029C6A1-6E46-44F9-8CAF-FBB710E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270CF767-B762-4AB9-95DB-19E6F24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4E660513-1848-4E7B-AE13-A55FF4B2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1927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FABE2F0D-2F58-4A81-8979-D41BFCC0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859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8EA76552-86BD-4A6A-B66D-105567E2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1927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3428CC5D-3208-4653-B153-9E7FD38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8595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cell-3-3">
            <a:extLst xmlns:a="http://schemas.openxmlformats.org/drawingml/2006/main">
              <a:ext uri="{FF2B5EF4-FFF2-40B4-BE49-F238E27FC236}">
                <a16:creationId xmlns:a16="http://schemas.microsoft.com/office/drawing/2014/main" id="{A6517A1F-E419-4011-9203-069828FE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81927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6F4EC260-469C-46A3-888E-CD44946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cell-4-0">
            <a:extLst xmlns:a="http://schemas.openxmlformats.org/drawingml/2006/main">
              <a:ext uri="{FF2B5EF4-FFF2-40B4-BE49-F238E27FC236}">
                <a16:creationId xmlns:a16="http://schemas.microsoft.com/office/drawing/2014/main" id="{260804AD-1BE5-4A84-97CF-E4D05EC2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3A7373B5-8F19-424D-AE72-9ECC455D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6217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cell-4-1">
            <a:extLst xmlns:a="http://schemas.openxmlformats.org/drawingml/2006/main">
              <a:ext uri="{FF2B5EF4-FFF2-40B4-BE49-F238E27FC236}">
                <a16:creationId xmlns:a16="http://schemas.microsoft.com/office/drawing/2014/main" id="{AA538B85-580F-4183-84A4-78E409C6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9550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522CC1EE-827E-4304-A955-F5F746E8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6217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cell-4-2">
            <a:extLst xmlns:a="http://schemas.openxmlformats.org/drawingml/2006/main">
              <a:ext uri="{FF2B5EF4-FFF2-40B4-BE49-F238E27FC236}">
                <a16:creationId xmlns:a16="http://schemas.microsoft.com/office/drawing/2014/main" id="{BD7B8B43-05B1-4D4A-8D07-7A29533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9550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3BD10C4F-178F-416B-B211-FE85AEE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6217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cell-4-3">
            <a:extLst xmlns:a="http://schemas.openxmlformats.org/drawingml/2006/main">
              <a:ext uri="{FF2B5EF4-FFF2-40B4-BE49-F238E27FC236}">
                <a16:creationId xmlns:a16="http://schemas.microsoft.com/office/drawing/2014/main" id="{91848DD4-E059-45FA-9A8C-AC443869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9550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788FA131-26E2-4715-A551-FE9DB898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6217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cell-5-0">
            <a:extLst xmlns:a="http://schemas.openxmlformats.org/drawingml/2006/main">
              <a:ext uri="{FF2B5EF4-FFF2-40B4-BE49-F238E27FC236}">
                <a16:creationId xmlns:a16="http://schemas.microsoft.com/office/drawing/2014/main" id="{7F40DBAC-6598-4EFA-B62B-BBC9594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717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35D91005-E8F9-4209-9AFD-BFDA350D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384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cell-5-1">
            <a:extLst xmlns:a="http://schemas.openxmlformats.org/drawingml/2006/main">
              <a:ext uri="{FF2B5EF4-FFF2-40B4-BE49-F238E27FC236}">
                <a16:creationId xmlns:a16="http://schemas.microsoft.com/office/drawing/2014/main" id="{124D90E4-3BA8-4C9F-913B-C34EEFD6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7172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0022137E-3666-4AE4-92DF-559BA7CB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3840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cell-5-2">
            <a:extLst xmlns:a="http://schemas.openxmlformats.org/drawingml/2006/main">
              <a:ext uri="{FF2B5EF4-FFF2-40B4-BE49-F238E27FC236}">
                <a16:creationId xmlns:a16="http://schemas.microsoft.com/office/drawing/2014/main" id="{7795262A-1FF3-4FB9-9136-4B67534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7172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2FDC4594-FB0D-4575-ABB0-72AA0AE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3840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cell-5-3">
            <a:extLst xmlns:a="http://schemas.openxmlformats.org/drawingml/2006/main">
              <a:ext uri="{FF2B5EF4-FFF2-40B4-BE49-F238E27FC236}">
                <a16:creationId xmlns:a16="http://schemas.microsoft.com/office/drawing/2014/main" id="{27E8FA06-A68A-4BDB-9964-5675BDCC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7172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4" name="cell-text-5-3">
            <a:extLst xmlns:a="http://schemas.openxmlformats.org/drawingml/2006/main">
              <a:ext uri="{FF2B5EF4-FFF2-40B4-BE49-F238E27FC236}">
                <a16:creationId xmlns:a16="http://schemas.microsoft.com/office/drawing/2014/main" id="{33AE7F66-8210-4447-B548-E6CD01AF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384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cell-6-0">
            <a:extLst xmlns:a="http://schemas.openxmlformats.org/drawingml/2006/main">
              <a:ext uri="{FF2B5EF4-FFF2-40B4-BE49-F238E27FC236}">
                <a16:creationId xmlns:a16="http://schemas.microsoft.com/office/drawing/2014/main" id="{D9417CC0-90CD-4713-8FE3-A928807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6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FF8EFDC2-836A-4119-BF42-E24B589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cell-6-1">
            <a:extLst xmlns:a="http://schemas.openxmlformats.org/drawingml/2006/main">
              <a:ext uri="{FF2B5EF4-FFF2-40B4-BE49-F238E27FC236}">
                <a16:creationId xmlns:a16="http://schemas.microsoft.com/office/drawing/2014/main" id="{AAFEDAF7-CEC7-45DD-87E2-A65B64EA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4795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8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1118CC02-9006-48F0-BA9C-C16C7BA3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cell-6-2">
            <a:extLst xmlns:a="http://schemas.openxmlformats.org/drawingml/2006/main">
              <a:ext uri="{FF2B5EF4-FFF2-40B4-BE49-F238E27FC236}">
                <a16:creationId xmlns:a16="http://schemas.microsoft.com/office/drawing/2014/main" id="{E82F1DD0-D2E7-416A-966E-CA6D163B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4795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0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D669FE87-E9EE-48CE-B79C-6A7CCCC1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cell-6-3">
            <a:extLst xmlns:a="http://schemas.openxmlformats.org/drawingml/2006/main">
              <a:ext uri="{FF2B5EF4-FFF2-40B4-BE49-F238E27FC236}">
                <a16:creationId xmlns:a16="http://schemas.microsoft.com/office/drawing/2014/main" id="{CB44724F-3262-44CD-90EA-E682CCA1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4795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2" name="cell-text-6-3">
            <a:extLst xmlns:a="http://schemas.openxmlformats.org/drawingml/2006/main">
              <a:ext uri="{FF2B5EF4-FFF2-40B4-BE49-F238E27FC236}">
                <a16:creationId xmlns:a16="http://schemas.microsoft.com/office/drawing/2014/main" id="{03AC3EA3-89D2-421B-8436-D605046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cell-7-0">
            <a:extLst xmlns:a="http://schemas.openxmlformats.org/drawingml/2006/main">
              <a:ext uri="{FF2B5EF4-FFF2-40B4-BE49-F238E27FC236}">
                <a16:creationId xmlns:a16="http://schemas.microsoft.com/office/drawing/2014/main" id="{13EBE843-5AA1-4784-869F-0BB4F3BB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4" name="cell-text-7-0">
            <a:extLst xmlns:a="http://schemas.openxmlformats.org/drawingml/2006/main">
              <a:ext uri="{FF2B5EF4-FFF2-40B4-BE49-F238E27FC236}">
                <a16:creationId xmlns:a16="http://schemas.microsoft.com/office/drawing/2014/main" id="{CC0FFA20-8278-4D3F-86B9-92B09A3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cell-7-1">
            <a:extLst xmlns:a="http://schemas.openxmlformats.org/drawingml/2006/main">
              <a:ext uri="{FF2B5EF4-FFF2-40B4-BE49-F238E27FC236}">
                <a16:creationId xmlns:a16="http://schemas.microsoft.com/office/drawing/2014/main" id="{F4DE4354-383E-474E-A754-EA5B5C3D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2417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6" name="cell-text-7-1">
            <a:extLst xmlns:a="http://schemas.openxmlformats.org/drawingml/2006/main">
              <a:ext uri="{FF2B5EF4-FFF2-40B4-BE49-F238E27FC236}">
                <a16:creationId xmlns:a16="http://schemas.microsoft.com/office/drawing/2014/main" id="{44840EC4-5D11-4987-933C-9FD4FB0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cell-7-2">
            <a:extLst xmlns:a="http://schemas.openxmlformats.org/drawingml/2006/main">
              <a:ext uri="{FF2B5EF4-FFF2-40B4-BE49-F238E27FC236}">
                <a16:creationId xmlns:a16="http://schemas.microsoft.com/office/drawing/2014/main" id="{095DC7BE-ED54-4788-B07A-05E3D8E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2417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8" name="cell-text-7-2">
            <a:extLst xmlns:a="http://schemas.openxmlformats.org/drawingml/2006/main">
              <a:ext uri="{FF2B5EF4-FFF2-40B4-BE49-F238E27FC236}">
                <a16:creationId xmlns:a16="http://schemas.microsoft.com/office/drawing/2014/main" id="{C8A6FE77-25C8-4B79-9D03-FE373BE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cell-7-3">
            <a:extLst xmlns:a="http://schemas.openxmlformats.org/drawingml/2006/main">
              <a:ext uri="{FF2B5EF4-FFF2-40B4-BE49-F238E27FC236}">
                <a16:creationId xmlns:a16="http://schemas.microsoft.com/office/drawing/2014/main" id="{EA72F5C0-010E-4D1D-AC57-633AC15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2417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0" name="cell-text-7-3">
            <a:extLst xmlns:a="http://schemas.openxmlformats.org/drawingml/2006/main">
              <a:ext uri="{FF2B5EF4-FFF2-40B4-BE49-F238E27FC236}">
                <a16:creationId xmlns:a16="http://schemas.microsoft.com/office/drawing/2014/main" id="{7F0BAC79-8309-4221-940E-6CF08172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9085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cell-8-0">
            <a:extLst xmlns:a="http://schemas.openxmlformats.org/drawingml/2006/main">
              <a:ext uri="{FF2B5EF4-FFF2-40B4-BE49-F238E27FC236}">
                <a16:creationId xmlns:a16="http://schemas.microsoft.com/office/drawing/2014/main" id="{13C81D06-A6D7-4CCC-A96A-9D5B418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2" name="cell-text-8-0">
            <a:extLst xmlns:a="http://schemas.openxmlformats.org/drawingml/2006/main">
              <a:ext uri="{FF2B5EF4-FFF2-40B4-BE49-F238E27FC236}">
                <a16:creationId xmlns:a16="http://schemas.microsoft.com/office/drawing/2014/main" id="{7A44A273-C735-455F-AC4B-F2BFAC5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cell-8-1">
            <a:extLst xmlns:a="http://schemas.openxmlformats.org/drawingml/2006/main">
              <a:ext uri="{FF2B5EF4-FFF2-40B4-BE49-F238E27FC236}">
                <a16:creationId xmlns:a16="http://schemas.microsoft.com/office/drawing/2014/main" id="{01D81D22-7CCE-469C-BD26-1B5102A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4" name="cell-text-8-1">
            <a:extLst xmlns:a="http://schemas.openxmlformats.org/drawingml/2006/main">
              <a:ext uri="{FF2B5EF4-FFF2-40B4-BE49-F238E27FC236}">
                <a16:creationId xmlns:a16="http://schemas.microsoft.com/office/drawing/2014/main" id="{5D5B9BD3-3BD9-499D-B3DA-2D9778C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cell-8-2">
            <a:extLst xmlns:a="http://schemas.openxmlformats.org/drawingml/2006/main">
              <a:ext uri="{FF2B5EF4-FFF2-40B4-BE49-F238E27FC236}">
                <a16:creationId xmlns:a16="http://schemas.microsoft.com/office/drawing/2014/main" id="{A18373AB-2C63-43DB-AB25-26B71604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040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6" name="cell-text-8-2">
            <a:extLst xmlns:a="http://schemas.openxmlformats.org/drawingml/2006/main">
              <a:ext uri="{FF2B5EF4-FFF2-40B4-BE49-F238E27FC236}">
                <a16:creationId xmlns:a16="http://schemas.microsoft.com/office/drawing/2014/main" id="{B69FFAE1-F9BF-4336-A3B9-7480259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6707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cell-8-3">
            <a:extLst xmlns:a="http://schemas.openxmlformats.org/drawingml/2006/main">
              <a:ext uri="{FF2B5EF4-FFF2-40B4-BE49-F238E27FC236}">
                <a16:creationId xmlns:a16="http://schemas.microsoft.com/office/drawing/2014/main" id="{7B698E41-D6EE-4647-B45C-A1EE953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0040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8" name="cell-text-8-3">
            <a:extLst xmlns:a="http://schemas.openxmlformats.org/drawingml/2006/main">
              <a:ext uri="{FF2B5EF4-FFF2-40B4-BE49-F238E27FC236}">
                <a16:creationId xmlns:a16="http://schemas.microsoft.com/office/drawing/2014/main" id="{E1E9793A-B4E3-406C-8D6A-0AF12607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6707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cell-9-0">
            <a:extLst xmlns:a="http://schemas.openxmlformats.org/drawingml/2006/main">
              <a:ext uri="{FF2B5EF4-FFF2-40B4-BE49-F238E27FC236}">
                <a16:creationId xmlns:a16="http://schemas.microsoft.com/office/drawing/2014/main" id="{1FD02EBE-28FD-4717-AFF3-983CFC34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0" name="cell-text-9-0">
            <a:extLst xmlns:a="http://schemas.openxmlformats.org/drawingml/2006/main">
              <a:ext uri="{FF2B5EF4-FFF2-40B4-BE49-F238E27FC236}">
                <a16:creationId xmlns:a16="http://schemas.microsoft.com/office/drawing/2014/main" id="{D44C35F1-7D51-43A7-B008-C564D9A0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cell-9-1">
            <a:extLst xmlns:a="http://schemas.openxmlformats.org/drawingml/2006/main">
              <a:ext uri="{FF2B5EF4-FFF2-40B4-BE49-F238E27FC236}">
                <a16:creationId xmlns:a16="http://schemas.microsoft.com/office/drawing/2014/main" id="{8589D992-A26D-49DA-8587-DF8CDF1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7662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2" name="cell-text-9-1">
            <a:extLst xmlns:a="http://schemas.openxmlformats.org/drawingml/2006/main">
              <a:ext uri="{FF2B5EF4-FFF2-40B4-BE49-F238E27FC236}">
                <a16:creationId xmlns:a16="http://schemas.microsoft.com/office/drawing/2014/main" id="{2BEBB78E-8D76-4019-9059-2EE51CE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4330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cell-9-2">
            <a:extLst xmlns:a="http://schemas.openxmlformats.org/drawingml/2006/main">
              <a:ext uri="{FF2B5EF4-FFF2-40B4-BE49-F238E27FC236}">
                <a16:creationId xmlns:a16="http://schemas.microsoft.com/office/drawing/2014/main" id="{670E4B62-8968-4BF0-A5C5-B9FC8471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7662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4" name="cell-text-9-2">
            <a:extLst xmlns:a="http://schemas.openxmlformats.org/drawingml/2006/main">
              <a:ext uri="{FF2B5EF4-FFF2-40B4-BE49-F238E27FC236}">
                <a16:creationId xmlns:a16="http://schemas.microsoft.com/office/drawing/2014/main" id="{854922B2-F658-4FBD-BC7D-9AFADEB2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4330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cell-9-3">
            <a:extLst xmlns:a="http://schemas.openxmlformats.org/drawingml/2006/main">
              <a:ext uri="{FF2B5EF4-FFF2-40B4-BE49-F238E27FC236}">
                <a16:creationId xmlns:a16="http://schemas.microsoft.com/office/drawing/2014/main" id="{BFC42C97-B308-4D3F-BE60-AB46FD40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7662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6" name="cell-text-9-3">
            <a:extLst xmlns:a="http://schemas.openxmlformats.org/drawingml/2006/main">
              <a:ext uri="{FF2B5EF4-FFF2-40B4-BE49-F238E27FC236}">
                <a16:creationId xmlns:a16="http://schemas.microsoft.com/office/drawing/2014/main" id="{C4DEA2CA-87AE-4769-BDFA-6A02975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433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cell-10-0">
            <a:extLst xmlns:a="http://schemas.openxmlformats.org/drawingml/2006/main">
              <a:ext uri="{FF2B5EF4-FFF2-40B4-BE49-F238E27FC236}">
                <a16:creationId xmlns:a16="http://schemas.microsoft.com/office/drawing/2014/main" id="{C6A48600-A567-4517-96FE-AF835C4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8" name="cell-text-10-0">
            <a:extLst xmlns:a="http://schemas.openxmlformats.org/drawingml/2006/main">
              <a:ext uri="{FF2B5EF4-FFF2-40B4-BE49-F238E27FC236}">
                <a16:creationId xmlns:a16="http://schemas.microsoft.com/office/drawing/2014/main" id="{DEFC4310-CCEF-4ACB-B3C8-F38A01B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952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cell-10-1">
            <a:extLst xmlns:a="http://schemas.openxmlformats.org/drawingml/2006/main">
              <a:ext uri="{FF2B5EF4-FFF2-40B4-BE49-F238E27FC236}">
                <a16:creationId xmlns:a16="http://schemas.microsoft.com/office/drawing/2014/main" id="{14B49998-A1D4-4CF9-9E28-2C4AA416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285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0" name="cell-text-10-1">
            <a:extLst xmlns:a="http://schemas.openxmlformats.org/drawingml/2006/main">
              <a:ext uri="{FF2B5EF4-FFF2-40B4-BE49-F238E27FC236}">
                <a16:creationId xmlns:a16="http://schemas.microsoft.com/office/drawing/2014/main" id="{C17B9058-F93C-44C4-94B7-88A0899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cell-10-2">
            <a:extLst xmlns:a="http://schemas.openxmlformats.org/drawingml/2006/main">
              <a:ext uri="{FF2B5EF4-FFF2-40B4-BE49-F238E27FC236}">
                <a16:creationId xmlns:a16="http://schemas.microsoft.com/office/drawing/2014/main" id="{CB57E62A-D693-4C8E-876C-0B47834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5285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2" name="cell-text-10-2">
            <a:extLst xmlns:a="http://schemas.openxmlformats.org/drawingml/2006/main">
              <a:ext uri="{FF2B5EF4-FFF2-40B4-BE49-F238E27FC236}">
                <a16:creationId xmlns:a16="http://schemas.microsoft.com/office/drawing/2014/main" id="{FFD2104D-1988-4C81-9608-3ABB1EF6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1952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cell-10-3">
            <a:extLst xmlns:a="http://schemas.openxmlformats.org/drawingml/2006/main">
              <a:ext uri="{FF2B5EF4-FFF2-40B4-BE49-F238E27FC236}">
                <a16:creationId xmlns:a16="http://schemas.microsoft.com/office/drawing/2014/main" id="{B7AA338E-9041-4923-BE06-62F6506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75285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4" name="cell-text-10-3">
            <a:extLst xmlns:a="http://schemas.openxmlformats.org/drawingml/2006/main">
              <a:ext uri="{FF2B5EF4-FFF2-40B4-BE49-F238E27FC236}">
                <a16:creationId xmlns:a16="http://schemas.microsoft.com/office/drawing/2014/main" id="{1052FD60-C08C-4FD1-9B00-D2F635C5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1952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cell-11-0">
            <a:extLst xmlns:a="http://schemas.openxmlformats.org/drawingml/2006/main">
              <a:ext uri="{FF2B5EF4-FFF2-40B4-BE49-F238E27FC236}">
                <a16:creationId xmlns:a16="http://schemas.microsoft.com/office/drawing/2014/main" id="{6B50A34F-1B8D-4C9F-B31E-B183B4C5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6" name="cell-text-11-0">
            <a:extLst xmlns:a="http://schemas.openxmlformats.org/drawingml/2006/main">
              <a:ext uri="{FF2B5EF4-FFF2-40B4-BE49-F238E27FC236}">
                <a16:creationId xmlns:a16="http://schemas.microsoft.com/office/drawing/2014/main" id="{30B04203-8AFF-4CEE-A631-332FC2D6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cell-11-1">
            <a:extLst xmlns:a="http://schemas.openxmlformats.org/drawingml/2006/main">
              <a:ext uri="{FF2B5EF4-FFF2-40B4-BE49-F238E27FC236}">
                <a16:creationId xmlns:a16="http://schemas.microsoft.com/office/drawing/2014/main" id="{AEFF2F53-F341-40BB-8547-A9B02FF6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2907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8" name="cell-text-11-1">
            <a:extLst xmlns:a="http://schemas.openxmlformats.org/drawingml/2006/main">
              <a:ext uri="{FF2B5EF4-FFF2-40B4-BE49-F238E27FC236}">
                <a16:creationId xmlns:a16="http://schemas.microsoft.com/office/drawing/2014/main" id="{0CBB7EBF-BE8F-409A-A3AE-77601FEB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cell-11-2">
            <a:extLst xmlns:a="http://schemas.openxmlformats.org/drawingml/2006/main">
              <a:ext uri="{FF2B5EF4-FFF2-40B4-BE49-F238E27FC236}">
                <a16:creationId xmlns:a16="http://schemas.microsoft.com/office/drawing/2014/main" id="{5B6FC301-10CE-4B43-9B51-77FAC88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2907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0" name="cell-text-11-2">
            <a:extLst xmlns:a="http://schemas.openxmlformats.org/drawingml/2006/main">
              <a:ext uri="{FF2B5EF4-FFF2-40B4-BE49-F238E27FC236}">
                <a16:creationId xmlns:a16="http://schemas.microsoft.com/office/drawing/2014/main" id="{012F4459-908D-46EE-8D59-3E062A7F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9575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cell-11-3">
            <a:extLst xmlns:a="http://schemas.openxmlformats.org/drawingml/2006/main">
              <a:ext uri="{FF2B5EF4-FFF2-40B4-BE49-F238E27FC236}">
                <a16:creationId xmlns:a16="http://schemas.microsoft.com/office/drawing/2014/main" id="{C38BE5C5-0C8A-4B94-8339-0D656E4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02907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2" name="cell-text-11-3">
            <a:extLst xmlns:a="http://schemas.openxmlformats.org/drawingml/2006/main">
              <a:ext uri="{FF2B5EF4-FFF2-40B4-BE49-F238E27FC236}">
                <a16:creationId xmlns:a16="http://schemas.microsoft.com/office/drawing/2014/main" id="{EC32A937-F198-47A2-8660-FD6F056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cell-12-0">
            <a:extLst xmlns:a="http://schemas.openxmlformats.org/drawingml/2006/main">
              <a:ext uri="{FF2B5EF4-FFF2-40B4-BE49-F238E27FC236}">
                <a16:creationId xmlns:a16="http://schemas.microsoft.com/office/drawing/2014/main" id="{AA2E5239-D923-4F0C-9066-53CC99E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4" name="cell-text-12-0">
            <a:extLst xmlns:a="http://schemas.openxmlformats.org/drawingml/2006/main">
              <a:ext uri="{FF2B5EF4-FFF2-40B4-BE49-F238E27FC236}">
                <a16:creationId xmlns:a16="http://schemas.microsoft.com/office/drawing/2014/main" id="{EEAA0977-558C-4855-A585-17CB329F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7197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cell-12-1">
            <a:extLst xmlns:a="http://schemas.openxmlformats.org/drawingml/2006/main">
              <a:ext uri="{FF2B5EF4-FFF2-40B4-BE49-F238E27FC236}">
                <a16:creationId xmlns:a16="http://schemas.microsoft.com/office/drawing/2014/main" id="{4553C042-0836-4E72-A105-EC3EC7B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0530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6" name="cell-text-12-1">
            <a:extLst xmlns:a="http://schemas.openxmlformats.org/drawingml/2006/main">
              <a:ext uri="{FF2B5EF4-FFF2-40B4-BE49-F238E27FC236}">
                <a16:creationId xmlns:a16="http://schemas.microsoft.com/office/drawing/2014/main" id="{313CDE34-6FDC-4A92-B52A-99188D5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7197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cell-12-2">
            <a:extLst xmlns:a="http://schemas.openxmlformats.org/drawingml/2006/main">
              <a:ext uri="{FF2B5EF4-FFF2-40B4-BE49-F238E27FC236}">
                <a16:creationId xmlns:a16="http://schemas.microsoft.com/office/drawing/2014/main" id="{ACDA1884-1436-4ADB-B680-938522D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0530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8" name="cell-text-12-2">
            <a:extLst xmlns:a="http://schemas.openxmlformats.org/drawingml/2006/main">
              <a:ext uri="{FF2B5EF4-FFF2-40B4-BE49-F238E27FC236}">
                <a16:creationId xmlns:a16="http://schemas.microsoft.com/office/drawing/2014/main" id="{8B6B156B-0664-4C9C-BF18-9EDC3EE6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7197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cell-12-3">
            <a:extLst xmlns:a="http://schemas.openxmlformats.org/drawingml/2006/main">
              <a:ext uri="{FF2B5EF4-FFF2-40B4-BE49-F238E27FC236}">
                <a16:creationId xmlns:a16="http://schemas.microsoft.com/office/drawing/2014/main" id="{AD4EEB60-ED21-4D4D-82C7-BFDDA813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30530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0" name="cell-text-12-3">
            <a:extLst xmlns:a="http://schemas.openxmlformats.org/drawingml/2006/main">
              <a:ext uri="{FF2B5EF4-FFF2-40B4-BE49-F238E27FC236}">
                <a16:creationId xmlns:a16="http://schemas.microsoft.com/office/drawing/2014/main" id="{B275DD38-CB98-4100-A066-EB0A074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7197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cell-13-0">
            <a:extLst xmlns:a="http://schemas.openxmlformats.org/drawingml/2006/main">
              <a:ext uri="{FF2B5EF4-FFF2-40B4-BE49-F238E27FC236}">
                <a16:creationId xmlns:a16="http://schemas.microsoft.com/office/drawing/2014/main" id="{B797EDA6-7FDB-4989-98CB-B8F13C3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2" name="cell-text-13-0">
            <a:extLst xmlns:a="http://schemas.openxmlformats.org/drawingml/2006/main">
              <a:ext uri="{FF2B5EF4-FFF2-40B4-BE49-F238E27FC236}">
                <a16:creationId xmlns:a16="http://schemas.microsoft.com/office/drawing/2014/main" id="{985AA923-C60E-4970-BEAB-FAF67238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cell-13-1">
            <a:extLst xmlns:a="http://schemas.openxmlformats.org/drawingml/2006/main">
              <a:ext uri="{FF2B5EF4-FFF2-40B4-BE49-F238E27FC236}">
                <a16:creationId xmlns:a16="http://schemas.microsoft.com/office/drawing/2014/main" id="{E059B485-559F-4739-9FEF-9E99F20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8152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4" name="cell-text-13-1">
            <a:extLst xmlns:a="http://schemas.openxmlformats.org/drawingml/2006/main">
              <a:ext uri="{FF2B5EF4-FFF2-40B4-BE49-F238E27FC236}">
                <a16:creationId xmlns:a16="http://schemas.microsoft.com/office/drawing/2014/main" id="{0CCD4938-B0FB-45F3-93A9-929E165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4820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cell-13-2">
            <a:extLst xmlns:a="http://schemas.openxmlformats.org/drawingml/2006/main">
              <a:ext uri="{FF2B5EF4-FFF2-40B4-BE49-F238E27FC236}">
                <a16:creationId xmlns:a16="http://schemas.microsoft.com/office/drawing/2014/main" id="{7209147A-26FD-4BC8-9BE8-F768E18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58152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6" name="cell-text-13-2">
            <a:extLst xmlns:a="http://schemas.openxmlformats.org/drawingml/2006/main">
              <a:ext uri="{FF2B5EF4-FFF2-40B4-BE49-F238E27FC236}">
                <a16:creationId xmlns:a16="http://schemas.microsoft.com/office/drawing/2014/main" id="{F5029DE1-07EC-4202-8138-CBBE1C9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4820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cell-13-3">
            <a:extLst xmlns:a="http://schemas.openxmlformats.org/drawingml/2006/main">
              <a:ext uri="{FF2B5EF4-FFF2-40B4-BE49-F238E27FC236}">
                <a16:creationId xmlns:a16="http://schemas.microsoft.com/office/drawing/2014/main" id="{F8F51864-6F27-49C4-BEB9-AD92962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8152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8" name="cell-text-13-3">
            <a:extLst xmlns:a="http://schemas.openxmlformats.org/drawingml/2006/main">
              <a:ext uri="{FF2B5EF4-FFF2-40B4-BE49-F238E27FC236}">
                <a16:creationId xmlns:a16="http://schemas.microsoft.com/office/drawing/2014/main" id="{498CC17A-3AA6-4152-84DD-342F7E9C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6482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cell-14-0">
            <a:extLst xmlns:a="http://schemas.openxmlformats.org/drawingml/2006/main">
              <a:ext uri="{FF2B5EF4-FFF2-40B4-BE49-F238E27FC236}">
                <a16:creationId xmlns:a16="http://schemas.microsoft.com/office/drawing/2014/main" id="{FC6D02BF-9D09-44AB-BA3E-EB0B6A6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0" name="cell-text-14-0">
            <a:extLst xmlns:a="http://schemas.openxmlformats.org/drawingml/2006/main">
              <a:ext uri="{FF2B5EF4-FFF2-40B4-BE49-F238E27FC236}">
                <a16:creationId xmlns:a16="http://schemas.microsoft.com/office/drawing/2014/main" id="{E95312F7-9D01-4C46-A8D0-1544F476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2442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cell-14-1">
            <a:extLst xmlns:a="http://schemas.openxmlformats.org/drawingml/2006/main">
              <a:ext uri="{FF2B5EF4-FFF2-40B4-BE49-F238E27FC236}">
                <a16:creationId xmlns:a16="http://schemas.microsoft.com/office/drawing/2014/main" id="{753C7740-64E6-49FB-A5F6-09B20DAC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5775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2" name="cell-text-14-1">
            <a:extLst xmlns:a="http://schemas.openxmlformats.org/drawingml/2006/main">
              <a:ext uri="{FF2B5EF4-FFF2-40B4-BE49-F238E27FC236}">
                <a16:creationId xmlns:a16="http://schemas.microsoft.com/office/drawing/2014/main" id="{5806F273-5F57-4BE5-9B94-CC93FF3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2442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cell-14-2">
            <a:extLst xmlns:a="http://schemas.openxmlformats.org/drawingml/2006/main">
              <a:ext uri="{FF2B5EF4-FFF2-40B4-BE49-F238E27FC236}">
                <a16:creationId xmlns:a16="http://schemas.microsoft.com/office/drawing/2014/main" id="{F255A6F0-111E-4066-B6DC-152BB88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5775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4" name="cell-text-14-2">
            <a:extLst xmlns:a="http://schemas.openxmlformats.org/drawingml/2006/main">
              <a:ext uri="{FF2B5EF4-FFF2-40B4-BE49-F238E27FC236}">
                <a16:creationId xmlns:a16="http://schemas.microsoft.com/office/drawing/2014/main" id="{2CCA2BA8-D731-4D02-AE26-7F76A5F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2442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cell-14-3">
            <a:extLst xmlns:a="http://schemas.openxmlformats.org/drawingml/2006/main">
              <a:ext uri="{FF2B5EF4-FFF2-40B4-BE49-F238E27FC236}">
                <a16:creationId xmlns:a16="http://schemas.microsoft.com/office/drawing/2014/main" id="{4801C4EF-DD8F-41AE-9FB9-342E1966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85775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6" name="cell-text-14-3">
            <a:extLst xmlns:a="http://schemas.openxmlformats.org/drawingml/2006/main">
              <a:ext uri="{FF2B5EF4-FFF2-40B4-BE49-F238E27FC236}">
                <a16:creationId xmlns:a16="http://schemas.microsoft.com/office/drawing/2014/main" id="{E01B5F03-0D2A-4214-ACFB-862C32C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2442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7" name="cell-15-0">
            <a:extLst xmlns:a="http://schemas.openxmlformats.org/drawingml/2006/main">
              <a:ext uri="{FF2B5EF4-FFF2-40B4-BE49-F238E27FC236}">
                <a16:creationId xmlns:a16="http://schemas.microsoft.com/office/drawing/2014/main" id="{77B740D9-6A92-4499-9DCD-EF34262B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3397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8" name="cell-text-15-0">
            <a:extLst xmlns:a="http://schemas.openxmlformats.org/drawingml/2006/main">
              <a:ext uri="{FF2B5EF4-FFF2-40B4-BE49-F238E27FC236}">
                <a16:creationId xmlns:a16="http://schemas.microsoft.com/office/drawing/2014/main" id="{52690341-4FB7-4AB8-8F14-3D7C661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0065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cell-15-1">
            <a:extLst xmlns:a="http://schemas.openxmlformats.org/drawingml/2006/main">
              <a:ext uri="{FF2B5EF4-FFF2-40B4-BE49-F238E27FC236}">
                <a16:creationId xmlns:a16="http://schemas.microsoft.com/office/drawing/2014/main" id="{B5A8F325-5256-4622-8B78-D6AB39C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13397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0" name="cell-text-15-1">
            <a:extLst xmlns:a="http://schemas.openxmlformats.org/drawingml/2006/main">
              <a:ext uri="{FF2B5EF4-FFF2-40B4-BE49-F238E27FC236}">
                <a16:creationId xmlns:a16="http://schemas.microsoft.com/office/drawing/2014/main" id="{FB06712A-A0A3-40D3-9611-A086B76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006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cell-15-2">
            <a:extLst xmlns:a="http://schemas.openxmlformats.org/drawingml/2006/main">
              <a:ext uri="{FF2B5EF4-FFF2-40B4-BE49-F238E27FC236}">
                <a16:creationId xmlns:a16="http://schemas.microsoft.com/office/drawing/2014/main" id="{5A34EFE2-5945-4090-8793-A5E4247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3397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2" name="cell-text-15-2">
            <a:extLst xmlns:a="http://schemas.openxmlformats.org/drawingml/2006/main">
              <a:ext uri="{FF2B5EF4-FFF2-40B4-BE49-F238E27FC236}">
                <a16:creationId xmlns:a16="http://schemas.microsoft.com/office/drawing/2014/main" id="{7E1AB016-A755-4622-96EB-D6C962E7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0065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cell-15-3">
            <a:extLst xmlns:a="http://schemas.openxmlformats.org/drawingml/2006/main">
              <a:ext uri="{FF2B5EF4-FFF2-40B4-BE49-F238E27FC236}">
                <a16:creationId xmlns:a16="http://schemas.microsoft.com/office/drawing/2014/main" id="{AB16C73E-4366-44E1-990D-762DE40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3397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4" name="cell-text-15-3">
            <a:extLst xmlns:a="http://schemas.openxmlformats.org/drawingml/2006/main">
              <a:ext uri="{FF2B5EF4-FFF2-40B4-BE49-F238E27FC236}">
                <a16:creationId xmlns:a16="http://schemas.microsoft.com/office/drawing/2014/main" id="{E3297271-98C6-4650-815C-CE04914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0065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cell-16-0">
            <a:extLst xmlns:a="http://schemas.openxmlformats.org/drawingml/2006/main">
              <a:ext uri="{FF2B5EF4-FFF2-40B4-BE49-F238E27FC236}">
                <a16:creationId xmlns:a16="http://schemas.microsoft.com/office/drawing/2014/main" id="{88DC82EC-B12D-4D26-9D49-674EDCC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6" name="cell-text-16-0">
            <a:extLst xmlns:a="http://schemas.openxmlformats.org/drawingml/2006/main">
              <a:ext uri="{FF2B5EF4-FFF2-40B4-BE49-F238E27FC236}">
                <a16:creationId xmlns:a16="http://schemas.microsoft.com/office/drawing/2014/main" id="{62938CCD-B5DB-4300-AAD0-AE9E4896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76875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cell-16-1">
            <a:extLst xmlns:a="http://schemas.openxmlformats.org/drawingml/2006/main">
              <a:ext uri="{FF2B5EF4-FFF2-40B4-BE49-F238E27FC236}">
                <a16:creationId xmlns:a16="http://schemas.microsoft.com/office/drawing/2014/main" id="{D16CB164-69C9-4822-A799-3EA83818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10200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8" name="cell-text-16-1">
            <a:extLst xmlns:a="http://schemas.openxmlformats.org/drawingml/2006/main">
              <a:ext uri="{FF2B5EF4-FFF2-40B4-BE49-F238E27FC236}">
                <a16:creationId xmlns:a16="http://schemas.microsoft.com/office/drawing/2014/main" id="{9DBF7A90-11E1-42ED-A51B-326A8C4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cell-16-2">
            <a:extLst xmlns:a="http://schemas.openxmlformats.org/drawingml/2006/main">
              <a:ext uri="{FF2B5EF4-FFF2-40B4-BE49-F238E27FC236}">
                <a16:creationId xmlns:a16="http://schemas.microsoft.com/office/drawing/2014/main" id="{4507DA33-4A24-4D17-B605-0E36F62B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410200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0" name="cell-text-16-2">
            <a:extLst xmlns:a="http://schemas.openxmlformats.org/drawingml/2006/main">
              <a:ext uri="{FF2B5EF4-FFF2-40B4-BE49-F238E27FC236}">
                <a16:creationId xmlns:a16="http://schemas.microsoft.com/office/drawing/2014/main" id="{25DECB57-7C56-43A3-B8BE-5364760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cell-16-3">
            <a:extLst xmlns:a="http://schemas.openxmlformats.org/drawingml/2006/main">
              <a:ext uri="{FF2B5EF4-FFF2-40B4-BE49-F238E27FC236}">
                <a16:creationId xmlns:a16="http://schemas.microsoft.com/office/drawing/2014/main" id="{C1CFF2BF-B481-4ADF-BA8B-3A605F6D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410200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2" name="cell-text-16-3">
            <a:extLst xmlns:a="http://schemas.openxmlformats.org/drawingml/2006/main">
              <a:ext uri="{FF2B5EF4-FFF2-40B4-BE49-F238E27FC236}">
                <a16:creationId xmlns:a16="http://schemas.microsoft.com/office/drawing/2014/main" id="{7C9C9288-4717-4909-8AD6-2E50F19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476875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cell-17-0">
            <a:extLst xmlns:a="http://schemas.openxmlformats.org/drawingml/2006/main">
              <a:ext uri="{FF2B5EF4-FFF2-40B4-BE49-F238E27FC236}">
                <a16:creationId xmlns:a16="http://schemas.microsoft.com/office/drawing/2014/main" id="{003837C8-83BF-4017-92D5-C7F215F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4" name="cell-text-17-0">
            <a:extLst xmlns:a="http://schemas.openxmlformats.org/drawingml/2006/main">
              <a:ext uri="{FF2B5EF4-FFF2-40B4-BE49-F238E27FC236}">
                <a16:creationId xmlns:a16="http://schemas.microsoft.com/office/drawing/2014/main" id="{7FE77B57-A81C-45B5-A612-19541534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572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cell-17-1">
            <a:extLst xmlns:a="http://schemas.openxmlformats.org/drawingml/2006/main">
              <a:ext uri="{FF2B5EF4-FFF2-40B4-BE49-F238E27FC236}">
                <a16:creationId xmlns:a16="http://schemas.microsoft.com/office/drawing/2014/main" id="{1957FF70-B38D-4250-8500-72CBB123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686425"/>
            <a:ext cx="1333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6" name="cell-text-17-1">
            <a:extLst xmlns:a="http://schemas.openxmlformats.org/drawingml/2006/main">
              <a:ext uri="{FF2B5EF4-FFF2-40B4-BE49-F238E27FC236}">
                <a16:creationId xmlns:a16="http://schemas.microsoft.com/office/drawing/2014/main" id="{070A3956-1B0A-468F-AEAB-3D4D89A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5310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cell-17-2">
            <a:extLst xmlns:a="http://schemas.openxmlformats.org/drawingml/2006/main">
              <a:ext uri="{FF2B5EF4-FFF2-40B4-BE49-F238E27FC236}">
                <a16:creationId xmlns:a16="http://schemas.microsoft.com/office/drawing/2014/main" id="{2445A5CD-526B-45E5-8BAE-16817A9E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686425"/>
            <a:ext cx="7334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8" name="cell-text-17-2">
            <a:extLst xmlns:a="http://schemas.openxmlformats.org/drawingml/2006/main">
              <a:ext uri="{FF2B5EF4-FFF2-40B4-BE49-F238E27FC236}">
                <a16:creationId xmlns:a16="http://schemas.microsoft.com/office/drawing/2014/main" id="{08B01E35-774F-4A45-8ACA-D6384D6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53100"/>
            <a:ext cx="718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cell-17-3">
            <a:extLst xmlns:a="http://schemas.openxmlformats.org/drawingml/2006/main">
              <a:ext uri="{FF2B5EF4-FFF2-40B4-BE49-F238E27FC236}">
                <a16:creationId xmlns:a16="http://schemas.microsoft.com/office/drawing/2014/main" id="{3AB365D5-A510-4BFF-9421-5E3F32C6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686425"/>
            <a:ext cx="152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0" name="cell-text-17-3">
            <a:extLst xmlns:a="http://schemas.openxmlformats.org/drawingml/2006/main">
              <a:ext uri="{FF2B5EF4-FFF2-40B4-BE49-F238E27FC236}">
                <a16:creationId xmlns:a16="http://schemas.microsoft.com/office/drawing/2014/main" id="{D0D94111-457F-40F4-9219-666BA87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7531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5612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6847E5A-AD83-43CF-812D-A4F9870C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1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1419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514199"/>
                </a:solidFill>
                <a:latin typeface="Malgun Gothic"/>
                <a:ea typeface="Malgun Gothic"/>
                <a:cs typeface="Malgun Gothic"/>
              </a:rPr>
              <a:t>이로운솔루션</a:t>
            </a:r>
          </a:p>
        </p:txBody>
      </p:sp>
      <p:sp>
        <p:nvSpPr>
          <p:cNvPr id="2" name="toc-title">
            <a:extLst xmlns:a="http://schemas.openxmlformats.org/drawingml/2006/main">
              <a:ext uri="{FF2B5EF4-FFF2-40B4-BE49-F238E27FC236}">
                <a16:creationId xmlns:a16="http://schemas.microsoft.com/office/drawing/2014/main" id="{FB793A27-B630-4DB4-B905-5EDAC055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소형 원자로 비파괴 검사 자동화 수행계획서</a:t>
            </a:r>
          </a:p>
        </p:txBody>
      </p:sp>
      <p:sp>
        <p:nvSpPr>
          <p:cNvPr id="3" name="toc-bg">
            <a:extLst xmlns:a="http://schemas.openxmlformats.org/drawingml/2006/main">
              <a:ext uri="{FF2B5EF4-FFF2-40B4-BE49-F238E27FC236}">
                <a16:creationId xmlns:a16="http://schemas.microsoft.com/office/drawing/2014/main" id="{983B1EBA-38D1-43DF-AD78-EDAA971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toc-left">
            <a:extLst xmlns:a="http://schemas.openxmlformats.org/drawingml/2006/main">
              <a:ext uri="{FF2B5EF4-FFF2-40B4-BE49-F238E27FC236}">
                <a16:creationId xmlns:a16="http://schemas.microsoft.com/office/drawing/2014/main" id="{3D655A86-0296-4C04-A848-DF7B9D9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24000"/>
            <a:ext cx="381952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toc-right">
            <a:extLst xmlns:a="http://schemas.openxmlformats.org/drawingml/2006/main">
              <a:ext uri="{FF2B5EF4-FFF2-40B4-BE49-F238E27FC236}">
                <a16:creationId xmlns:a16="http://schemas.microsoft.com/office/drawing/2014/main" id="{17C75CB7-1AE9-43BB-92DC-EE29B00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381952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toc-1">
            <a:extLst xmlns:a="http://schemas.openxmlformats.org/drawingml/2006/main">
              <a:ext uri="{FF2B5EF4-FFF2-40B4-BE49-F238E27FC236}">
                <a16:creationId xmlns:a16="http://schemas.microsoft.com/office/drawing/2014/main" id="{77DEC2AF-D67B-4F36-B0F5-00EDC6DE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812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I. 프로젝트</a:t>
            </a:r>
          </a:p>
          <a:p xmlns:a="http://schemas.openxmlformats.org/drawingml/2006/main">
            <a:pPr>
              <a:defRPr sz="1650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7" name="toc-1-items">
            <a:extLst xmlns:a="http://schemas.openxmlformats.org/drawingml/2006/main">
              <a:ext uri="{FF2B5EF4-FFF2-40B4-BE49-F238E27FC236}">
                <a16:creationId xmlns:a16="http://schemas.microsoft.com/office/drawing/2014/main" id="{1DA2EA67-96FF-425B-984D-B7B2E47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8120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수행 목적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수행 범위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시스템 구성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검사 운영 절차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성능 및 품질 기준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6. 수행 일정</a:t>
            </a:r>
          </a:p>
        </p:txBody>
      </p:sp>
      <p:sp>
        <p:nvSpPr>
          <p:cNvPr id="8" name="toc-2">
            <a:extLst xmlns:a="http://schemas.openxmlformats.org/drawingml/2006/main">
              <a:ext uri="{FF2B5EF4-FFF2-40B4-BE49-F238E27FC236}">
                <a16:creationId xmlns:a16="http://schemas.microsoft.com/office/drawing/2014/main" id="{145887AA-7537-42AA-84EE-BBE7A90B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II. 장비 구성</a:t>
            </a:r>
          </a:p>
        </p:txBody>
      </p:sp>
      <p:sp>
        <p:nvSpPr>
          <p:cNvPr id="9" name="toc-2-items">
            <a:extLst xmlns:a="http://schemas.openxmlformats.org/drawingml/2006/main">
              <a:ext uri="{FF2B5EF4-FFF2-40B4-BE49-F238E27FC236}">
                <a16:creationId xmlns:a16="http://schemas.microsoft.com/office/drawing/2014/main" id="{8B27C654-E21A-40ED-8172-6E6D8C3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766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AMR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리프트/아웃트리거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IMU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협동로봇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초음파 검사기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6. 펌프/물탱크/분사기</a:t>
            </a:r>
          </a:p>
        </p:txBody>
      </p:sp>
      <p:sp>
        <p:nvSpPr>
          <p:cNvPr id="10" name="toc-3">
            <a:extLst xmlns:a="http://schemas.openxmlformats.org/drawingml/2006/main">
              <a:ext uri="{FF2B5EF4-FFF2-40B4-BE49-F238E27FC236}">
                <a16:creationId xmlns:a16="http://schemas.microsoft.com/office/drawing/2014/main" id="{26451240-0A59-489B-A402-93709F16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006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III. 제어/데이터</a:t>
            </a:r>
          </a:p>
        </p:txBody>
      </p:sp>
      <p:sp>
        <p:nvSpPr>
          <p:cNvPr id="11" name="toc-3-items">
            <a:extLst xmlns:a="http://schemas.openxmlformats.org/drawingml/2006/main">
              <a:ext uri="{FF2B5EF4-FFF2-40B4-BE49-F238E27FC236}">
                <a16:creationId xmlns:a16="http://schemas.microsoft.com/office/drawing/2014/main" id="{FF7DA84B-1AE3-4072-A222-37821F7D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006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통신 구성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전원/신호 구성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데이터 관리</a:t>
            </a:r>
          </a:p>
        </p:txBody>
      </p:sp>
      <p:sp>
        <p:nvSpPr>
          <p:cNvPr id="12" name="toc-4">
            <a:extLst xmlns:a="http://schemas.openxmlformats.org/drawingml/2006/main">
              <a:ext uri="{FF2B5EF4-FFF2-40B4-BE49-F238E27FC236}">
                <a16:creationId xmlns:a16="http://schemas.microsoft.com/office/drawing/2014/main" id="{785BA5CE-6446-4F70-ACB8-D033B8B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44444"/>
                </a:solidFill>
                <a:latin typeface="Malgun Gothic"/>
                <a:ea typeface="Malgun Gothic"/>
                <a:cs typeface="Malgun Gothic"/>
              </a:rPr>
              <a:t>IV. 안전/검증</a:t>
            </a:r>
          </a:p>
        </p:txBody>
      </p:sp>
      <p:sp>
        <p:nvSpPr>
          <p:cNvPr id="13" name="toc-4-items">
            <a:extLst xmlns:a="http://schemas.openxmlformats.org/drawingml/2006/main">
              <a:ext uri="{FF2B5EF4-FFF2-40B4-BE49-F238E27FC236}">
                <a16:creationId xmlns:a16="http://schemas.microsoft.com/office/drawing/2014/main" id="{021C7E03-C2FD-42A9-BF3D-BA4D112A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안전 인터락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테스트 계획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리스크 관리</a:t>
            </a:r>
          </a:p>
          <a:p xmlns:a="http://schemas.openxmlformats.org/drawingml/2006/main">
            <a:pPr>
              <a:def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검증 일정</a:t>
            </a:r>
          </a:p>
        </p:txBody>
      </p:sp>
      <p:sp>
        <p:nvSpPr>
          <p:cNvPr id="14" name="studio-bottom">
            <a:extLst xmlns:a="http://schemas.openxmlformats.org/drawingml/2006/main">
              <a:ext uri="{FF2B5EF4-FFF2-40B4-BE49-F238E27FC236}">
                <a16:creationId xmlns:a16="http://schemas.microsoft.com/office/drawing/2014/main" id="{B44E743B-FFC3-4EA6-A8FF-4BA18146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</p:spTree>
    <p:extLst>
      <p:ext uri="{BB962C8B-B14F-4D97-AF65-F5344CB8AC3E}">
        <p14:creationId xmlns:p14="http://schemas.microsoft.com/office/powerpoint/2010/main" val="18985012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149BCE9-45C6-4CE0-BD1C-D716CE6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I. 프로젝트 개요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82604E31-BF25-4B00-BB3E-7567F882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3B49AC17-448F-45E2-B915-D14051D6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BC300A-2A39-44F9-A36D-E97B565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수행 개요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D1380D-614D-48FC-9719-7EB9423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4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861285AA-A250-454E-B752-5FC2E1A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267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21928D00-825F-4794-BF6D-9264D928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8CD032D2-CE4E-4AF9-9361-E7FB324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수행 기간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D8A35542-E28B-4624-BE5C-EB6E322A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90600"/>
            <a:ext cx="504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71FC159E-E11D-435E-B167-904D0FB0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5727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YYYY년 MM월 DD일 ~ YYYY년 MM월 DD일</a:t>
            </a:r>
          </a:p>
        </p:txBody>
      </p:sp>
      <p:sp>
        <p:nvSpPr>
          <p:cNvPr id="11" name="cell-1-0">
            <a:extLst xmlns:a="http://schemas.openxmlformats.org/drawingml/2006/main">
              <a:ext uri="{FF2B5EF4-FFF2-40B4-BE49-F238E27FC236}">
                <a16:creationId xmlns:a16="http://schemas.microsoft.com/office/drawing/2014/main" id="{7AE8C60B-1153-4697-9DEB-3392B6E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7EAFC619-F31B-47E0-AC09-0D86C5F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9067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설치 장소</a:t>
            </a:r>
          </a:p>
        </p:txBody>
      </p:sp>
      <p:sp>
        <p:nvSpPr>
          <p:cNvPr id="13" name="cell-1-1">
            <a:extLst xmlns:a="http://schemas.openxmlformats.org/drawingml/2006/main">
              <a:ext uri="{FF2B5EF4-FFF2-40B4-BE49-F238E27FC236}">
                <a16:creationId xmlns:a16="http://schemas.microsoft.com/office/drawing/2014/main" id="{EB26C847-8D46-438B-B80E-6787B357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504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50E1C48E-5814-42B1-AEA9-4AC28F8E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9067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대상 위치 / 현장 주소 / 설치 장소 입력</a:t>
            </a:r>
          </a:p>
        </p:txBody>
      </p:sp>
      <p:sp>
        <p:nvSpPr>
          <p:cNvPr id="15" name="cell-2-0">
            <a:extLst xmlns:a="http://schemas.openxmlformats.org/drawingml/2006/main">
              <a:ext uri="{FF2B5EF4-FFF2-40B4-BE49-F238E27FC236}">
                <a16:creationId xmlns:a16="http://schemas.microsoft.com/office/drawing/2014/main" id="{A62E8B5F-027C-4C58-9CA8-CD1FBA23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219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0E30388D-FF06-4D2B-9E42-3D96518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240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대상 설비</a:t>
            </a:r>
          </a:p>
        </p:txBody>
      </p:sp>
      <p:sp>
        <p:nvSpPr>
          <p:cNvPr id="17" name="cell-2-1">
            <a:extLst xmlns:a="http://schemas.openxmlformats.org/drawingml/2006/main">
              <a:ext uri="{FF2B5EF4-FFF2-40B4-BE49-F238E27FC236}">
                <a16:creationId xmlns:a16="http://schemas.microsoft.com/office/drawing/2014/main" id="{28C3EB18-7B8A-44E9-BBFE-C55F26F5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780D895D-8375-43B1-B228-7A4F3874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24075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소형 원자로 관련 검사 대상 및 검사 구간 입력</a:t>
            </a:r>
          </a:p>
        </p:txBody>
      </p:sp>
      <p:sp>
        <p:nvSpPr>
          <p:cNvPr id="19" name="cell-3-0">
            <a:extLst xmlns:a="http://schemas.openxmlformats.org/drawingml/2006/main">
              <a:ext uri="{FF2B5EF4-FFF2-40B4-BE49-F238E27FC236}">
                <a16:creationId xmlns:a16="http://schemas.microsoft.com/office/drawing/2014/main" id="{5C73C527-F458-4543-BB5A-5E5FB0D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21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CBF15834-89EA-4E90-A2C5-2EA57F0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1066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</p:txBody>
      </p:sp>
      <p:sp>
        <p:nvSpPr>
          <p:cNvPr id="21" name="cell-3-1">
            <a:extLst xmlns:a="http://schemas.openxmlformats.org/drawingml/2006/main">
              <a:ext uri="{FF2B5EF4-FFF2-40B4-BE49-F238E27FC236}">
                <a16:creationId xmlns:a16="http://schemas.microsoft.com/office/drawing/2014/main" id="{C0DD5212-EA38-479D-A1EB-C1B5972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504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7784977A-DD99-4BBA-B8A4-6554544B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33675"/>
            <a:ext cx="4895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AMR 수동 이동 및 자동 원주 이동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아웃트리거 고정 및 IMU 수평 보정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협동로봇 기반 UT 검사 수행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검사 데이터 저장 및 보고</a:t>
            </a:r>
          </a:p>
        </p:txBody>
      </p:sp>
      <p:sp>
        <p:nvSpPr>
          <p:cNvPr id="23" name="cell-4-0">
            <a:extLst xmlns:a="http://schemas.openxmlformats.org/drawingml/2006/main">
              <a:ext uri="{FF2B5EF4-FFF2-40B4-BE49-F238E27FC236}">
                <a16:creationId xmlns:a16="http://schemas.microsoft.com/office/drawing/2014/main" id="{45AC2B85-A25B-47D8-A9F0-58B2AEB8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7ED828D8-8769-4CF0-82AB-BC290A5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106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특이 사항</a:t>
            </a:r>
          </a:p>
        </p:txBody>
      </p:sp>
      <p:sp>
        <p:nvSpPr>
          <p:cNvPr id="25" name="cell-4-1">
            <a:extLst xmlns:a="http://schemas.openxmlformats.org/drawingml/2006/main">
              <a:ext uri="{FF2B5EF4-FFF2-40B4-BE49-F238E27FC236}">
                <a16:creationId xmlns:a16="http://schemas.microsoft.com/office/drawing/2014/main" id="{486DCC02-8754-4CF5-AEBF-30B16FA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BE11B311-3AAD-4166-862B-B3EE2B2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62375"/>
            <a:ext cx="4895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안전 인터락 조건 입력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§ 현장 제약 및 통신 조건 입력</a:t>
            </a:r>
          </a:p>
        </p:txBody>
      </p:sp>
      <p:sp>
        <p:nvSpPr>
          <p:cNvPr id="27" name="placeholder">
            <a:extLst xmlns:a="http://schemas.openxmlformats.org/drawingml/2006/main">
              <a:ext uri="{FF2B5EF4-FFF2-40B4-BE49-F238E27FC236}">
                <a16:creationId xmlns:a16="http://schemas.microsoft.com/office/drawing/2014/main" id="{25BEB4FB-B683-46B6-9012-B75C364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4991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8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F4DD591E-26D6-499E-91F1-1DE6BA3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954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검사 대상 / 현장 이미지 삽입</a:t>
            </a:r>
          </a:p>
        </p:txBody>
      </p:sp>
      <p:sp>
        <p:nvSpPr>
          <p:cNvPr id="29" name="placeholder">
            <a:extLst xmlns:a="http://schemas.openxmlformats.org/drawingml/2006/main">
              <a:ext uri="{FF2B5EF4-FFF2-40B4-BE49-F238E27FC236}">
                <a16:creationId xmlns:a16="http://schemas.microsoft.com/office/drawing/2014/main" id="{6E1D8DD5-0F38-458C-AE00-D44378B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38500"/>
            <a:ext cx="49911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0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EDAB18EB-9F26-4D33-B44F-2AD58F33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AMR + 협동로봇 + UT 시스템 배치 이미지 삽입</a:t>
            </a:r>
          </a:p>
        </p:txBody>
      </p:sp>
    </p:spTree>
    <p:extLst>
      <p:ext uri="{BB962C8B-B14F-4D97-AF65-F5344CB8AC3E}">
        <p14:creationId xmlns:p14="http://schemas.microsoft.com/office/powerpoint/2010/main" val="383025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AEC9A21-C82A-4419-AA4F-802A546D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I. 프로젝트 개요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2794B7D0-A592-4809-B119-4A087D5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C5D0EAD5-24E9-436C-B83D-5A92BE6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9CFA7-D181-42C5-8641-56EEDD03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시스템 구성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A68760D-5B97-43BE-8D95-B873C0A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4169C220-0CD1-4ADD-A782-00CC39D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A0A028-4769-49F6-93F1-E165E249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리모컨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수동 이동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3C14C35-34B0-4DFE-B5A4-91131D7B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0CF05E-29F2-4025-AC25-40305E4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95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AMR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자동 원주 이동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10E9BF3-B26A-424A-8132-75905F1E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4241C0-67E2-495A-B357-23FB7CD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리프트/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아웃트리거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49527F9-3CF9-4306-8901-D42E893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B77A8C-3478-4662-9242-13B7CE3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695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수평 확인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AA0E735E-E8AD-46EE-9CD0-61C2E005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0AF4B6-A4C0-474E-9AB8-B127BB8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95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협동로봇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UT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FDC51-2771-4A30-B8A7-C9B667C8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33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F5F7E-E515-43FC-A8C1-7252977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CBCFC-2A1D-49DD-9C9E-AF9C8B2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33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00DFC-9A12-425A-A20F-174A9D1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933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20" name="placeholder">
            <a:extLst xmlns:a="http://schemas.openxmlformats.org/drawingml/2006/main">
              <a:ext uri="{FF2B5EF4-FFF2-40B4-BE49-F238E27FC236}">
                <a16:creationId xmlns:a16="http://schemas.microsoft.com/office/drawing/2014/main" id="{FDA9A25F-FC17-41CF-BFE0-4A8653D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1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E981730E-54CC-444F-903E-6185659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시스템 구성도 또는 장비 배치도 삽입</a:t>
            </a:r>
          </a:p>
        </p:txBody>
      </p:sp>
      <p:sp>
        <p:nvSpPr>
          <p:cNvPr id="22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9369BFD2-7FC9-49E8-B4D0-C38BFFE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0482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3" name="cell-0-0">
            <a:extLst xmlns:a="http://schemas.openxmlformats.org/drawingml/2006/main">
              <a:ext uri="{FF2B5EF4-FFF2-40B4-BE49-F238E27FC236}">
                <a16:creationId xmlns:a16="http://schemas.microsoft.com/office/drawing/2014/main" id="{98EB8E2F-0510-462A-B8A0-BB91D688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0886D090-4FB3-4473-BE9C-69A8E87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구성품</a:t>
            </a:r>
          </a:p>
        </p:txBody>
      </p:sp>
      <p:sp>
        <p:nvSpPr>
          <p:cNvPr id="25" name="cell-0-1">
            <a:extLst xmlns:a="http://schemas.openxmlformats.org/drawingml/2006/main">
              <a:ext uri="{FF2B5EF4-FFF2-40B4-BE49-F238E27FC236}">
                <a16:creationId xmlns:a16="http://schemas.microsoft.com/office/drawing/2014/main" id="{C3F5D237-9489-4538-9803-8EE5E98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9869D48F-3018-4C1B-8D0E-2F0DA42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194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주요 확인 사항</a:t>
            </a:r>
          </a:p>
        </p:txBody>
      </p:sp>
      <p:sp>
        <p:nvSpPr>
          <p:cNvPr id="27" name="cell-1-0">
            <a:extLst xmlns:a="http://schemas.openxmlformats.org/drawingml/2006/main">
              <a:ext uri="{FF2B5EF4-FFF2-40B4-BE49-F238E27FC236}">
                <a16:creationId xmlns:a16="http://schemas.microsoft.com/office/drawing/2014/main" id="{BAA3345A-4BF8-4B47-ADDF-BFD2274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D27E0275-6AC3-4247-B1B5-6F1586A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AMR</a:t>
            </a:r>
          </a:p>
        </p:txBody>
      </p:sp>
      <p:sp>
        <p:nvSpPr>
          <p:cNvPr id="29" name="cell-1-1">
            <a:extLst xmlns:a="http://schemas.openxmlformats.org/drawingml/2006/main">
              <a:ext uri="{FF2B5EF4-FFF2-40B4-BE49-F238E27FC236}">
                <a16:creationId xmlns:a16="http://schemas.microsoft.com/office/drawing/2014/main" id="{E2BBF48F-F7C1-4B64-A7DA-57B8AD0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956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E82A665C-0433-4E7F-9948-AB8E6CA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62325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수동/자동 모드 전환, 원주 이동 기준</a:t>
            </a:r>
          </a:p>
        </p:txBody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3A85D948-DB56-4A44-9E1D-17AF71EA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2E056CA1-FA5B-4748-935A-87F7076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576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아웃트리거</a:t>
            </a:r>
          </a:p>
        </p:txBody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2B5F096E-F030-4E84-8C50-65765E2E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00C92A87-7EFA-4527-997D-00570F91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57625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전개/회수, 접지 감지, 수평 보정</a:t>
            </a:r>
          </a:p>
        </p:txBody>
      </p:sp>
      <p:sp>
        <p:nvSpPr>
          <p:cNvPr id="35" name="cell-3-0">
            <a:extLst xmlns:a="http://schemas.openxmlformats.org/drawingml/2006/main">
              <a:ext uri="{FF2B5EF4-FFF2-40B4-BE49-F238E27FC236}">
                <a16:creationId xmlns:a16="http://schemas.microsoft.com/office/drawing/2014/main" id="{04B3E35A-3644-4D3C-B94A-CB057B9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85861075-2BB0-4DC3-B95A-01BD032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529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</p:txBody>
      </p:sp>
      <p:sp>
        <p:nvSpPr>
          <p:cNvPr id="37" name="cell-3-1">
            <a:extLst xmlns:a="http://schemas.openxmlformats.org/drawingml/2006/main">
              <a:ext uri="{FF2B5EF4-FFF2-40B4-BE49-F238E27FC236}">
                <a16:creationId xmlns:a16="http://schemas.microsoft.com/office/drawing/2014/main" id="{A878C44B-3E8D-4FAB-ADD3-5B78E5B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2305FC15-07BB-4BBE-850D-65B169F1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52925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roll/pitch 허용 기준, 안정화 시간</a:t>
            </a:r>
          </a:p>
        </p:txBody>
      </p:sp>
      <p:sp>
        <p:nvSpPr>
          <p:cNvPr id="39" name="cell-4-0">
            <a:extLst xmlns:a="http://schemas.openxmlformats.org/drawingml/2006/main">
              <a:ext uri="{FF2B5EF4-FFF2-40B4-BE49-F238E27FC236}">
                <a16:creationId xmlns:a16="http://schemas.microsoft.com/office/drawing/2014/main" id="{29192878-E643-4709-8212-FD1E65A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02844CD3-24C3-41B4-8259-B11A1E25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482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협동로봇</a:t>
            </a:r>
          </a:p>
        </p:txBody>
      </p:sp>
      <p:sp>
        <p:nvSpPr>
          <p:cNvPr id="41" name="cell-4-1">
            <a:extLst xmlns:a="http://schemas.openxmlformats.org/drawingml/2006/main">
              <a:ext uri="{FF2B5EF4-FFF2-40B4-BE49-F238E27FC236}">
                <a16:creationId xmlns:a16="http://schemas.microsoft.com/office/drawing/2014/main" id="{D16A83F1-B1CE-4BDA-96C9-7ABAF2D7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815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2295A477-09EB-4FE7-9F3E-BD8A7BC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TCP, 접촉력, 안전 영역</a:t>
            </a:r>
          </a:p>
        </p:txBody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5FA5D6A2-81FB-4950-B7AF-C43CDAE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3CC1CE5D-9C24-46E6-8643-06668E6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43525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시스템</a:t>
            </a:r>
          </a:p>
        </p:txBody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5D8C4A6A-CB06-4BC0-8A18-6102CCE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768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4EAA43C5-92E6-409B-967E-BB41A3D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43525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스캐너, 펌프, 물탱크, 분사기, SW</a:t>
            </a:r>
          </a:p>
        </p:txBody>
      </p:sp>
    </p:spTree>
    <p:extLst>
      <p:ext uri="{BB962C8B-B14F-4D97-AF65-F5344CB8AC3E}">
        <p14:creationId xmlns:p14="http://schemas.microsoft.com/office/powerpoint/2010/main" val="13267961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A63D6B0-0F47-4CC2-9DC7-40CB372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II. 장비 구성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09106EB0-8BBD-4F0B-AFCF-508CDF9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1782B3B0-E54D-4DBE-8B03-E64AD9D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A2FEB-E895-4C15-8A3E-B9CE12E5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장비 사양 입력표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4756DF-61AD-47A5-A60D-EE139658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6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41A5FCF6-244A-457A-8F2B-B67E3D2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1917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341B5B85-CAF9-4B88-BC6B-2805C1C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FD972253-7EFC-4E42-A6C3-615D6FD2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348B80D6-B25C-4C89-8855-A6737D1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90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8405C224-2551-461E-97FF-7BDE62A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E3F33D7D-A1DA-400D-A682-CA1A5CD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990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795260B1-656C-4772-B9BA-F7B7CD8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572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전원</a:t>
            </a:r>
          </a:p>
        </p:txBody>
      </p:sp>
      <p:sp>
        <p:nvSpPr>
          <p:cNvPr id="13" name="cell-0-3">
            <a:extLst xmlns:a="http://schemas.openxmlformats.org/drawingml/2006/main">
              <a:ext uri="{FF2B5EF4-FFF2-40B4-BE49-F238E27FC236}">
                <a16:creationId xmlns:a16="http://schemas.microsoft.com/office/drawing/2014/main" id="{6F0F8ED7-E7F6-446C-ABD2-032D6A8F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990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F3A4D913-1EC7-4697-BD4F-DEEB91C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572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통신</a:t>
            </a:r>
          </a:p>
        </p:txBody>
      </p:sp>
      <p:sp>
        <p:nvSpPr>
          <p:cNvPr id="15" name="cell-0-4">
            <a:extLst xmlns:a="http://schemas.openxmlformats.org/drawingml/2006/main">
              <a:ext uri="{FF2B5EF4-FFF2-40B4-BE49-F238E27FC236}">
                <a16:creationId xmlns:a16="http://schemas.microsoft.com/office/drawing/2014/main" id="{477940C6-8D8C-4F6F-9B93-0E27062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906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A7CD3DEB-76D3-4E8E-8E65-8BEF58B9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57275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비고 / 확인사항</a:t>
            </a:r>
          </a:p>
        </p:txBody>
      </p:sp>
      <p:sp>
        <p:nvSpPr>
          <p:cNvPr id="17" name="cell-1-0">
            <a:extLst xmlns:a="http://schemas.openxmlformats.org/drawingml/2006/main">
              <a:ext uri="{FF2B5EF4-FFF2-40B4-BE49-F238E27FC236}">
                <a16:creationId xmlns:a16="http://schemas.microsoft.com/office/drawing/2014/main" id="{679E19A3-44B8-4323-8F93-586DC147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F74FA86B-D93A-495B-AF91-4C22F48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AMR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9D4BC85C-6FC7-4021-965D-76D44AED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14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0512E574-DF3A-4F06-AE85-1B7BD2D7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811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제조사</a:t>
            </a:r>
          </a:p>
        </p:txBody>
      </p:sp>
      <p:sp>
        <p:nvSpPr>
          <p:cNvPr id="21" name="cell-1-2">
            <a:extLst xmlns:a="http://schemas.openxmlformats.org/drawingml/2006/main">
              <a:ext uri="{FF2B5EF4-FFF2-40B4-BE49-F238E27FC236}">
                <a16:creationId xmlns:a16="http://schemas.microsoft.com/office/drawing/2014/main" id="{8A327CBC-19F4-4929-A9DB-4AEACD3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144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7D956F6B-4AEB-48C7-B408-ED1FF8D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cell-1-3">
            <a:extLst xmlns:a="http://schemas.openxmlformats.org/drawingml/2006/main">
              <a:ext uri="{FF2B5EF4-FFF2-40B4-BE49-F238E27FC236}">
                <a16:creationId xmlns:a16="http://schemas.microsoft.com/office/drawing/2014/main" id="{9444333E-4516-4B57-8668-E4EB324A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144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DE8D09ED-5CD1-4C28-94F8-52E3074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3811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cell-1-4">
            <a:extLst xmlns:a="http://schemas.openxmlformats.org/drawingml/2006/main">
              <a:ext uri="{FF2B5EF4-FFF2-40B4-BE49-F238E27FC236}">
                <a16:creationId xmlns:a16="http://schemas.microsoft.com/office/drawing/2014/main" id="{7B68A0F6-C29F-461C-9608-24E8CDE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D00A3C7C-5DF4-4527-B40B-A572A1C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리모컨, 자동 원주 이동 기능</a:t>
            </a:r>
          </a:p>
        </p:txBody>
      </p:sp>
      <p:sp>
        <p:nvSpPr>
          <p:cNvPr id="27" name="cell-2-0">
            <a:extLst xmlns:a="http://schemas.openxmlformats.org/drawingml/2006/main">
              <a:ext uri="{FF2B5EF4-FFF2-40B4-BE49-F238E27FC236}">
                <a16:creationId xmlns:a16="http://schemas.microsoft.com/office/drawing/2014/main" id="{B756B5F1-3FB5-4062-AD60-E97D241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443E18D5-941B-4688-A2ED-851E5C0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리프트</a:t>
            </a:r>
          </a:p>
        </p:txBody>
      </p:sp>
      <p:sp>
        <p:nvSpPr>
          <p:cNvPr id="29" name="cell-2-1">
            <a:extLst xmlns:a="http://schemas.openxmlformats.org/drawingml/2006/main">
              <a:ext uri="{FF2B5EF4-FFF2-40B4-BE49-F238E27FC236}">
                <a16:creationId xmlns:a16="http://schemas.microsoft.com/office/drawing/2014/main" id="{BD58E51F-7EEB-4D90-9F00-9768E3A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BC8D4EBC-8997-4818-8DF8-E334733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가반하중 / 스트로크</a:t>
            </a:r>
          </a:p>
        </p:txBody>
      </p:sp>
      <p:sp>
        <p:nvSpPr>
          <p:cNvPr id="31" name="cell-2-2">
            <a:extLst xmlns:a="http://schemas.openxmlformats.org/drawingml/2006/main">
              <a:ext uri="{FF2B5EF4-FFF2-40B4-BE49-F238E27FC236}">
                <a16:creationId xmlns:a16="http://schemas.microsoft.com/office/drawing/2014/main" id="{F7618196-EB08-48B7-B386-A81B9EF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BC2A38CA-2CBA-46E0-8676-7C14974A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192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cell-2-3">
            <a:extLst xmlns:a="http://schemas.openxmlformats.org/drawingml/2006/main">
              <a:ext uri="{FF2B5EF4-FFF2-40B4-BE49-F238E27FC236}">
                <a16:creationId xmlns:a16="http://schemas.microsoft.com/office/drawing/2014/main" id="{B0E8DF16-A862-49B7-BFA2-9FDF48C4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526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1152F55D-4B5E-45F4-94AA-23087E71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192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cell-2-4">
            <a:extLst xmlns:a="http://schemas.openxmlformats.org/drawingml/2006/main">
              <a:ext uri="{FF2B5EF4-FFF2-40B4-BE49-F238E27FC236}">
                <a16:creationId xmlns:a16="http://schemas.microsoft.com/office/drawing/2014/main" id="{C77DC5D5-AB6B-48FD-8D75-8F4B06E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A0390249-F7A7-4B02-9A62-33C2BD2E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높이 범위, 반복정밀도</a:t>
            </a:r>
          </a:p>
        </p:txBody>
      </p:sp>
      <p:sp>
        <p:nvSpPr>
          <p:cNvPr id="37" name="cell-3-0">
            <a:extLst xmlns:a="http://schemas.openxmlformats.org/drawingml/2006/main">
              <a:ext uri="{FF2B5EF4-FFF2-40B4-BE49-F238E27FC236}">
                <a16:creationId xmlns:a16="http://schemas.microsoft.com/office/drawing/2014/main" id="{375D0899-63AC-4E3D-803D-BE91A1CE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43BD5DCD-FF77-455C-9793-2546E0C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아웃트리거</a:t>
            </a:r>
          </a:p>
        </p:txBody>
      </p:sp>
      <p:sp>
        <p:nvSpPr>
          <p:cNvPr id="39" name="cell-3-1">
            <a:extLst xmlns:a="http://schemas.openxmlformats.org/drawingml/2006/main">
              <a:ext uri="{FF2B5EF4-FFF2-40B4-BE49-F238E27FC236}">
                <a16:creationId xmlns:a16="http://schemas.microsoft.com/office/drawing/2014/main" id="{CE634577-2E2F-4B5F-82BF-E49DDC9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907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2EB22482-F60C-454E-9EB0-73DE7A1F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574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개수 / 제어 방식</a:t>
            </a:r>
          </a:p>
        </p:txBody>
      </p:sp>
      <p:sp>
        <p:nvSpPr>
          <p:cNvPr id="41" name="cell-3-2">
            <a:extLst xmlns:a="http://schemas.openxmlformats.org/drawingml/2006/main">
              <a:ext uri="{FF2B5EF4-FFF2-40B4-BE49-F238E27FC236}">
                <a16:creationId xmlns:a16="http://schemas.microsoft.com/office/drawing/2014/main" id="{F56F3CC1-C190-4B32-8371-BC64498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3028FEA3-0C92-4980-B56B-43F5042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cell-3-3">
            <a:extLst xmlns:a="http://schemas.openxmlformats.org/drawingml/2006/main">
              <a:ext uri="{FF2B5EF4-FFF2-40B4-BE49-F238E27FC236}">
                <a16:creationId xmlns:a16="http://schemas.microsoft.com/office/drawing/2014/main" id="{3E3431B6-00F7-48D1-98D6-0F793CA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907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24B31B66-623A-4C52-A2C7-5E30698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574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cell-3-4">
            <a:extLst xmlns:a="http://schemas.openxmlformats.org/drawingml/2006/main">
              <a:ext uri="{FF2B5EF4-FFF2-40B4-BE49-F238E27FC236}">
                <a16:creationId xmlns:a16="http://schemas.microsoft.com/office/drawing/2014/main" id="{32902A11-B941-47D2-AE75-2CDCCDA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3-4">
            <a:extLst xmlns:a="http://schemas.openxmlformats.org/drawingml/2006/main">
              <a:ext uri="{FF2B5EF4-FFF2-40B4-BE49-F238E27FC236}">
                <a16:creationId xmlns:a16="http://schemas.microsoft.com/office/drawing/2014/main" id="{50FA0AD3-3FB6-4F0C-924C-3CD7F9D4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접지 감지, 높이 보정</a:t>
            </a:r>
          </a:p>
        </p:txBody>
      </p:sp>
      <p:sp>
        <p:nvSpPr>
          <p:cNvPr id="47" name="cell-4-0">
            <a:extLst xmlns:a="http://schemas.openxmlformats.org/drawingml/2006/main">
              <a:ext uri="{FF2B5EF4-FFF2-40B4-BE49-F238E27FC236}">
                <a16:creationId xmlns:a16="http://schemas.microsoft.com/office/drawing/2014/main" id="{74EBA3CF-CAF9-4DAF-9671-E91B1185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7DCFF2EF-BD74-414F-B969-D121A92B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955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</p:txBody>
      </p:sp>
      <p:sp>
        <p:nvSpPr>
          <p:cNvPr id="49" name="cell-4-1">
            <a:extLst xmlns:a="http://schemas.openxmlformats.org/drawingml/2006/main">
              <a:ext uri="{FF2B5EF4-FFF2-40B4-BE49-F238E27FC236}">
                <a16:creationId xmlns:a16="http://schemas.microsoft.com/office/drawing/2014/main" id="{34151D5E-A178-4AB7-8BF5-886B886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0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791042BA-514D-4E38-9CDD-BED3A9F0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955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정확도</a:t>
            </a:r>
          </a:p>
        </p:txBody>
      </p:sp>
      <p:sp>
        <p:nvSpPr>
          <p:cNvPr id="51" name="cell-4-2">
            <a:extLst xmlns:a="http://schemas.openxmlformats.org/drawingml/2006/main">
              <a:ext uri="{FF2B5EF4-FFF2-40B4-BE49-F238E27FC236}">
                <a16:creationId xmlns:a16="http://schemas.microsoft.com/office/drawing/2014/main" id="{19962FA7-6E1E-4868-9D2C-7101878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2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78D77182-023E-4165-8F2C-B655157E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cell-4-3">
            <a:extLst xmlns:a="http://schemas.openxmlformats.org/drawingml/2006/main">
              <a:ext uri="{FF2B5EF4-FFF2-40B4-BE49-F238E27FC236}">
                <a16:creationId xmlns:a16="http://schemas.microsoft.com/office/drawing/2014/main" id="{A696D214-C729-42F3-B825-4B92EAAA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289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4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55315E3E-6081-4AFE-AAA9-7A6CE18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55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cell-4-4">
            <a:extLst xmlns:a="http://schemas.openxmlformats.org/drawingml/2006/main">
              <a:ext uri="{FF2B5EF4-FFF2-40B4-BE49-F238E27FC236}">
                <a16:creationId xmlns:a16="http://schemas.microsoft.com/office/drawing/2014/main" id="{97D52F51-BD1D-4B21-9843-7C9B2DB7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6" name="cell-text-4-4">
            <a:extLst xmlns:a="http://schemas.openxmlformats.org/drawingml/2006/main">
              <a:ext uri="{FF2B5EF4-FFF2-40B4-BE49-F238E27FC236}">
                <a16:creationId xmlns:a16="http://schemas.microsoft.com/office/drawing/2014/main" id="{300397EB-C2FB-48B7-9851-E3AC980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roll/pitch/yaw, 샘플링</a:t>
            </a:r>
          </a:p>
        </p:txBody>
      </p:sp>
      <p:sp>
        <p:nvSpPr>
          <p:cNvPr id="57" name="cell-5-0">
            <a:extLst xmlns:a="http://schemas.openxmlformats.org/drawingml/2006/main">
              <a:ext uri="{FF2B5EF4-FFF2-40B4-BE49-F238E27FC236}">
                <a16:creationId xmlns:a16="http://schemas.microsoft.com/office/drawing/2014/main" id="{9D24AA41-10BE-49E9-9705-1E7DDA54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CBDD8F5A-E6D8-463E-BA75-5C1808F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37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협동로봇</a:t>
            </a:r>
          </a:p>
        </p:txBody>
      </p:sp>
      <p:sp>
        <p:nvSpPr>
          <p:cNvPr id="59" name="cell-5-1">
            <a:extLst xmlns:a="http://schemas.openxmlformats.org/drawingml/2006/main">
              <a:ext uri="{FF2B5EF4-FFF2-40B4-BE49-F238E27FC236}">
                <a16:creationId xmlns:a16="http://schemas.microsoft.com/office/drawing/2014/main" id="{0AAAACAC-0A85-4A8F-BB74-3E04794D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9145C33E-B8AC-40E2-8431-A058846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337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작업반경</a:t>
            </a:r>
          </a:p>
        </p:txBody>
      </p:sp>
      <p:sp>
        <p:nvSpPr>
          <p:cNvPr id="61" name="cell-5-2">
            <a:extLst xmlns:a="http://schemas.openxmlformats.org/drawingml/2006/main">
              <a:ext uri="{FF2B5EF4-FFF2-40B4-BE49-F238E27FC236}">
                <a16:creationId xmlns:a16="http://schemas.microsoft.com/office/drawing/2014/main" id="{89DF6996-0404-441B-BFF7-CE14FF8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1522B364-48BF-484F-9B66-8B22C100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AE883656-AA13-4A8C-B498-D51CC3E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670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4" name="cell-text-5-3">
            <a:extLst xmlns:a="http://schemas.openxmlformats.org/drawingml/2006/main">
              <a:ext uri="{FF2B5EF4-FFF2-40B4-BE49-F238E27FC236}">
                <a16:creationId xmlns:a16="http://schemas.microsoft.com/office/drawing/2014/main" id="{DDCDD58E-48C2-422D-A42B-9E792474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337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cell-5-4">
            <a:extLst xmlns:a="http://schemas.openxmlformats.org/drawingml/2006/main">
              <a:ext uri="{FF2B5EF4-FFF2-40B4-BE49-F238E27FC236}">
                <a16:creationId xmlns:a16="http://schemas.microsoft.com/office/drawing/2014/main" id="{61BD16A7-78EC-4C0E-B1A1-E51C2A3D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6" name="cell-text-5-4">
            <a:extLst xmlns:a="http://schemas.openxmlformats.org/drawingml/2006/main">
              <a:ext uri="{FF2B5EF4-FFF2-40B4-BE49-F238E27FC236}">
                <a16:creationId xmlns:a16="http://schemas.microsoft.com/office/drawing/2014/main" id="{978E251B-CC4C-4141-9D53-DFF4D585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SDK, 안전 기능</a:t>
            </a:r>
          </a:p>
        </p:txBody>
      </p:sp>
      <p:sp>
        <p:nvSpPr>
          <p:cNvPr id="67" name="cell-6-0">
            <a:extLst xmlns:a="http://schemas.openxmlformats.org/drawingml/2006/main">
              <a:ext uri="{FF2B5EF4-FFF2-40B4-BE49-F238E27FC236}">
                <a16:creationId xmlns:a16="http://schemas.microsoft.com/office/drawing/2014/main" id="{2273BA84-49BA-4571-B930-3828EBB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8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6AF19083-4DA9-43B7-AFF1-36748B3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스캐너</a:t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6677C764-99FA-4E5A-8015-E23CA9CE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0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EEBCB9ED-B352-44F9-AB93-E9C02A24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도면</a:t>
            </a:r>
          </a:p>
        </p:txBody>
      </p:sp>
      <p:sp>
        <p:nvSpPr>
          <p:cNvPr id="71" name="cell-6-2">
            <a:extLst xmlns:a="http://schemas.openxmlformats.org/drawingml/2006/main">
              <a:ext uri="{FF2B5EF4-FFF2-40B4-BE49-F238E27FC236}">
                <a16:creationId xmlns:a16="http://schemas.microsoft.com/office/drawing/2014/main" id="{DCA5C6E4-13A8-49FC-8DC7-C01585A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2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E6DBA4D5-F324-486E-A70D-3128EC1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cell-6-3">
            <a:extLst xmlns:a="http://schemas.openxmlformats.org/drawingml/2006/main">
              <a:ext uri="{FF2B5EF4-FFF2-40B4-BE49-F238E27FC236}">
                <a16:creationId xmlns:a16="http://schemas.microsoft.com/office/drawing/2014/main" id="{7B9D087A-47E8-417A-BEA7-91E2E2D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052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4" name="cell-text-6-3">
            <a:extLst xmlns:a="http://schemas.openxmlformats.org/drawingml/2006/main">
              <a:ext uri="{FF2B5EF4-FFF2-40B4-BE49-F238E27FC236}">
                <a16:creationId xmlns:a16="http://schemas.microsoft.com/office/drawing/2014/main" id="{1CC138EC-2847-4B58-8781-FB4DDF58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cell-6-4">
            <a:extLst xmlns:a="http://schemas.openxmlformats.org/drawingml/2006/main">
              <a:ext uri="{FF2B5EF4-FFF2-40B4-BE49-F238E27FC236}">
                <a16:creationId xmlns:a16="http://schemas.microsoft.com/office/drawing/2014/main" id="{223D1D81-DF14-490F-B507-DD1959A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6" name="cell-text-6-4">
            <a:extLst xmlns:a="http://schemas.openxmlformats.org/drawingml/2006/main">
              <a:ext uri="{FF2B5EF4-FFF2-40B4-BE49-F238E27FC236}">
                <a16:creationId xmlns:a16="http://schemas.microsoft.com/office/drawing/2014/main" id="{99CE4C0F-990F-46DE-919C-C0F3CCD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입출력, 필요 스펙</a:t>
            </a:r>
          </a:p>
        </p:txBody>
      </p:sp>
      <p:sp>
        <p:nvSpPr>
          <p:cNvPr id="77" name="cell-7-0">
            <a:extLst xmlns:a="http://schemas.openxmlformats.org/drawingml/2006/main">
              <a:ext uri="{FF2B5EF4-FFF2-40B4-BE49-F238E27FC236}">
                <a16:creationId xmlns:a16="http://schemas.microsoft.com/office/drawing/2014/main" id="{9ABAB9B2-8C64-46C9-AC67-D04D6EA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8" name="cell-text-7-0">
            <a:extLst xmlns:a="http://schemas.openxmlformats.org/drawingml/2006/main">
              <a:ext uri="{FF2B5EF4-FFF2-40B4-BE49-F238E27FC236}">
                <a16:creationId xmlns:a16="http://schemas.microsoft.com/office/drawing/2014/main" id="{0D115191-1586-442F-9386-A553738A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00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Software</a:t>
            </a:r>
          </a:p>
        </p:txBody>
      </p:sp>
      <p:sp>
        <p:nvSpPr>
          <p:cNvPr id="79" name="cell-7-1">
            <a:extLst xmlns:a="http://schemas.openxmlformats.org/drawingml/2006/main">
              <a:ext uri="{FF2B5EF4-FFF2-40B4-BE49-F238E27FC236}">
                <a16:creationId xmlns:a16="http://schemas.microsoft.com/office/drawing/2014/main" id="{749C3624-3BB3-4DD6-9678-FFEDE52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0" name="cell-text-7-1">
            <a:extLst xmlns:a="http://schemas.openxmlformats.org/drawingml/2006/main">
              <a:ext uri="{FF2B5EF4-FFF2-40B4-BE49-F238E27FC236}">
                <a16:creationId xmlns:a16="http://schemas.microsoft.com/office/drawing/2014/main" id="{CE9275C5-CBB7-4860-A420-5B874CDE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운영 방식 / API</a:t>
            </a:r>
          </a:p>
        </p:txBody>
      </p:sp>
      <p:sp>
        <p:nvSpPr>
          <p:cNvPr id="81" name="cell-7-2">
            <a:extLst xmlns:a="http://schemas.openxmlformats.org/drawingml/2006/main">
              <a:ext uri="{FF2B5EF4-FFF2-40B4-BE49-F238E27FC236}">
                <a16:creationId xmlns:a16="http://schemas.microsoft.com/office/drawing/2014/main" id="{859E327D-8F3B-4EA9-8A5F-A669838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2" name="cell-text-7-2">
            <a:extLst xmlns:a="http://schemas.openxmlformats.org/drawingml/2006/main">
              <a:ext uri="{FF2B5EF4-FFF2-40B4-BE49-F238E27FC236}">
                <a16:creationId xmlns:a16="http://schemas.microsoft.com/office/drawing/2014/main" id="{453E0489-B789-4413-83E7-0259FCC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cell-7-3">
            <a:extLst xmlns:a="http://schemas.openxmlformats.org/drawingml/2006/main">
              <a:ext uri="{FF2B5EF4-FFF2-40B4-BE49-F238E27FC236}">
                <a16:creationId xmlns:a16="http://schemas.microsoft.com/office/drawing/2014/main" id="{D3D0EC13-B918-4CB7-BFF4-FB29241F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433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4" name="cell-text-7-3">
            <a:extLst xmlns:a="http://schemas.openxmlformats.org/drawingml/2006/main">
              <a:ext uri="{FF2B5EF4-FFF2-40B4-BE49-F238E27FC236}">
                <a16:creationId xmlns:a16="http://schemas.microsoft.com/office/drawing/2014/main" id="{6B55FEBE-4330-45FD-9D42-057A024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100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cell-7-4">
            <a:extLst xmlns:a="http://schemas.openxmlformats.org/drawingml/2006/main">
              <a:ext uri="{FF2B5EF4-FFF2-40B4-BE49-F238E27FC236}">
                <a16:creationId xmlns:a16="http://schemas.microsoft.com/office/drawing/2014/main" id="{B940F9B4-3F51-4423-BBEB-7ADF908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6" name="cell-text-7-4">
            <a:extLst xmlns:a="http://schemas.openxmlformats.org/drawingml/2006/main">
              <a:ext uri="{FF2B5EF4-FFF2-40B4-BE49-F238E27FC236}">
                <a16:creationId xmlns:a16="http://schemas.microsoft.com/office/drawing/2014/main" id="{4A53BCB4-9725-41AA-BFDF-7ECDFDF7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데이터 포맷, SDK</a:t>
            </a:r>
          </a:p>
        </p:txBody>
      </p:sp>
      <p:sp>
        <p:nvSpPr>
          <p:cNvPr id="87" name="cell-8-0">
            <a:extLst xmlns:a="http://schemas.openxmlformats.org/drawingml/2006/main">
              <a:ext uri="{FF2B5EF4-FFF2-40B4-BE49-F238E27FC236}">
                <a16:creationId xmlns:a16="http://schemas.microsoft.com/office/drawing/2014/main" id="{D63AE706-F549-4B99-9335-C6B1C7C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8" name="cell-text-8-0">
            <a:extLst xmlns:a="http://schemas.openxmlformats.org/drawingml/2006/main">
              <a:ext uri="{FF2B5EF4-FFF2-40B4-BE49-F238E27FC236}">
                <a16:creationId xmlns:a16="http://schemas.microsoft.com/office/drawing/2014/main" id="{BB9A9776-F1A8-4FF3-AA49-AA2E7B4B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펌프</a:t>
            </a:r>
          </a:p>
        </p:txBody>
      </p:sp>
      <p:sp>
        <p:nvSpPr>
          <p:cNvPr id="89" name="cell-8-1">
            <a:extLst xmlns:a="http://schemas.openxmlformats.org/drawingml/2006/main">
              <a:ext uri="{FF2B5EF4-FFF2-40B4-BE49-F238E27FC236}">
                <a16:creationId xmlns:a16="http://schemas.microsoft.com/office/drawing/2014/main" id="{C66FB171-1C3D-4E6B-91DB-68A5F37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0" name="cell-text-8-1">
            <a:extLst xmlns:a="http://schemas.openxmlformats.org/drawingml/2006/main">
              <a:ext uri="{FF2B5EF4-FFF2-40B4-BE49-F238E27FC236}">
                <a16:creationId xmlns:a16="http://schemas.microsoft.com/office/drawing/2014/main" id="{5FF12B88-F18C-4159-A08A-EF8A30B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압력</a:t>
            </a:r>
          </a:p>
        </p:txBody>
      </p:sp>
      <p:sp>
        <p:nvSpPr>
          <p:cNvPr id="91" name="cell-8-2">
            <a:extLst xmlns:a="http://schemas.openxmlformats.org/drawingml/2006/main">
              <a:ext uri="{FF2B5EF4-FFF2-40B4-BE49-F238E27FC236}">
                <a16:creationId xmlns:a16="http://schemas.microsoft.com/office/drawing/2014/main" id="{2E05792D-6AC3-4E6F-91F0-841CF5EB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815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2" name="cell-text-8-2">
            <a:extLst xmlns:a="http://schemas.openxmlformats.org/drawingml/2006/main">
              <a:ext uri="{FF2B5EF4-FFF2-40B4-BE49-F238E27FC236}">
                <a16:creationId xmlns:a16="http://schemas.microsoft.com/office/drawing/2014/main" id="{ADADE2F9-AED3-43EF-A2E0-86E7E70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cell-8-3">
            <a:extLst xmlns:a="http://schemas.openxmlformats.org/drawingml/2006/main">
              <a:ext uri="{FF2B5EF4-FFF2-40B4-BE49-F238E27FC236}">
                <a16:creationId xmlns:a16="http://schemas.microsoft.com/office/drawing/2014/main" id="{87A19767-0D65-4506-8B40-EBDA2F2A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815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4" name="cell-text-8-3">
            <a:extLst xmlns:a="http://schemas.openxmlformats.org/drawingml/2006/main">
              <a:ext uri="{FF2B5EF4-FFF2-40B4-BE49-F238E27FC236}">
                <a16:creationId xmlns:a16="http://schemas.microsoft.com/office/drawing/2014/main" id="{7A544128-9A1E-4BFC-A276-A2BFF09E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481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cell-8-4">
            <a:extLst xmlns:a="http://schemas.openxmlformats.org/drawingml/2006/main">
              <a:ext uri="{FF2B5EF4-FFF2-40B4-BE49-F238E27FC236}">
                <a16:creationId xmlns:a16="http://schemas.microsoft.com/office/drawing/2014/main" id="{383FF274-9EB1-47EF-8A96-F6A17BD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6" name="cell-text-8-4">
            <a:extLst xmlns:a="http://schemas.openxmlformats.org/drawingml/2006/main">
              <a:ext uri="{FF2B5EF4-FFF2-40B4-BE49-F238E27FC236}">
                <a16:creationId xmlns:a16="http://schemas.microsoft.com/office/drawing/2014/main" id="{2C6C6977-51CF-49CC-9704-8EF330A4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입출력, 필요 압력</a:t>
            </a:r>
          </a:p>
        </p:txBody>
      </p:sp>
      <p:sp>
        <p:nvSpPr>
          <p:cNvPr id="97" name="cell-9-0">
            <a:extLst xmlns:a="http://schemas.openxmlformats.org/drawingml/2006/main">
              <a:ext uri="{FF2B5EF4-FFF2-40B4-BE49-F238E27FC236}">
                <a16:creationId xmlns:a16="http://schemas.microsoft.com/office/drawing/2014/main" id="{BFE8F1E1-577D-4957-AC60-81FCAF76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8" name="cell-text-9-0">
            <a:extLst xmlns:a="http://schemas.openxmlformats.org/drawingml/2006/main">
              <a:ext uri="{FF2B5EF4-FFF2-40B4-BE49-F238E27FC236}">
                <a16:creationId xmlns:a16="http://schemas.microsoft.com/office/drawing/2014/main" id="{718FF705-1EE1-472A-B68D-2DB41D06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863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물탱크</a:t>
            </a:r>
          </a:p>
        </p:txBody>
      </p:sp>
      <p:sp>
        <p:nvSpPr>
          <p:cNvPr id="99" name="cell-9-1">
            <a:extLst xmlns:a="http://schemas.openxmlformats.org/drawingml/2006/main">
              <a:ext uri="{FF2B5EF4-FFF2-40B4-BE49-F238E27FC236}">
                <a16:creationId xmlns:a16="http://schemas.microsoft.com/office/drawing/2014/main" id="{A751D21A-3626-48FB-ACF9-568BA9BD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96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0" name="cell-text-9-1">
            <a:extLst xmlns:a="http://schemas.openxmlformats.org/drawingml/2006/main">
              <a:ext uri="{FF2B5EF4-FFF2-40B4-BE49-F238E27FC236}">
                <a16:creationId xmlns:a16="http://schemas.microsoft.com/office/drawing/2014/main" id="{8E09D32E-87EC-4CF2-A7D9-4472DFD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863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용량 / 설치 위치</a:t>
            </a:r>
          </a:p>
        </p:txBody>
      </p:sp>
      <p:sp>
        <p:nvSpPr>
          <p:cNvPr id="101" name="cell-9-2">
            <a:extLst xmlns:a="http://schemas.openxmlformats.org/drawingml/2006/main">
              <a:ext uri="{FF2B5EF4-FFF2-40B4-BE49-F238E27FC236}">
                <a16:creationId xmlns:a16="http://schemas.microsoft.com/office/drawing/2014/main" id="{FA458FFF-B443-4792-9AEB-C29A89B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2" name="cell-text-9-2">
            <a:extLst xmlns:a="http://schemas.openxmlformats.org/drawingml/2006/main">
              <a:ext uri="{FF2B5EF4-FFF2-40B4-BE49-F238E27FC236}">
                <a16:creationId xmlns:a16="http://schemas.microsoft.com/office/drawing/2014/main" id="{280E97FD-BA90-44C5-946D-AB9FB14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863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cell-9-3">
            <a:extLst xmlns:a="http://schemas.openxmlformats.org/drawingml/2006/main">
              <a:ext uri="{FF2B5EF4-FFF2-40B4-BE49-F238E27FC236}">
                <a16:creationId xmlns:a16="http://schemas.microsoft.com/office/drawing/2014/main" id="{80A712AD-7782-4FFA-809B-A557D199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8196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4" name="cell-text-9-3">
            <a:extLst xmlns:a="http://schemas.openxmlformats.org/drawingml/2006/main">
              <a:ext uri="{FF2B5EF4-FFF2-40B4-BE49-F238E27FC236}">
                <a16:creationId xmlns:a16="http://schemas.microsoft.com/office/drawing/2014/main" id="{F2D45AFC-5587-4B01-94B4-F8E80A7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863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cell-9-4">
            <a:extLst xmlns:a="http://schemas.openxmlformats.org/drawingml/2006/main">
              <a:ext uri="{FF2B5EF4-FFF2-40B4-BE49-F238E27FC236}">
                <a16:creationId xmlns:a16="http://schemas.microsoft.com/office/drawing/2014/main" id="{41157B44-11E6-4139-8BE0-53AD341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6" name="cell-text-9-4">
            <a:extLst xmlns:a="http://schemas.openxmlformats.org/drawingml/2006/main">
              <a:ext uri="{FF2B5EF4-FFF2-40B4-BE49-F238E27FC236}">
                <a16:creationId xmlns:a16="http://schemas.microsoft.com/office/drawing/2014/main" id="{9C1C8FA4-8DCB-44C5-940C-B8E745B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보충 방식</a:t>
            </a:r>
          </a:p>
        </p:txBody>
      </p:sp>
      <p:sp>
        <p:nvSpPr>
          <p:cNvPr id="107" name="cell-10-0">
            <a:extLst xmlns:a="http://schemas.openxmlformats.org/drawingml/2006/main">
              <a:ext uri="{FF2B5EF4-FFF2-40B4-BE49-F238E27FC236}">
                <a16:creationId xmlns:a16="http://schemas.microsoft.com/office/drawing/2014/main" id="{0B7C3D23-1ACD-4558-875F-4D88195A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8" name="cell-text-10-0">
            <a:extLst xmlns:a="http://schemas.openxmlformats.org/drawingml/2006/main">
              <a:ext uri="{FF2B5EF4-FFF2-40B4-BE49-F238E27FC236}">
                <a16:creationId xmlns:a16="http://schemas.microsoft.com/office/drawing/2014/main" id="{71E44D1B-37F4-45D4-BEA7-2F2B3EA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분사기</a:t>
            </a:r>
          </a:p>
        </p:txBody>
      </p:sp>
      <p:sp>
        <p:nvSpPr>
          <p:cNvPr id="109" name="cell-10-1">
            <a:extLst xmlns:a="http://schemas.openxmlformats.org/drawingml/2006/main">
              <a:ext uri="{FF2B5EF4-FFF2-40B4-BE49-F238E27FC236}">
                <a16:creationId xmlns:a16="http://schemas.microsoft.com/office/drawing/2014/main" id="{DE307F45-73EE-465E-B695-62CEB68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0" name="cell-text-10-1">
            <a:extLst xmlns:a="http://schemas.openxmlformats.org/drawingml/2006/main">
              <a:ext uri="{FF2B5EF4-FFF2-40B4-BE49-F238E27FC236}">
                <a16:creationId xmlns:a16="http://schemas.microsoft.com/office/drawing/2014/main" id="{145277A3-A852-46C0-8298-7D8F05BE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244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 / 노즐</a:t>
            </a:r>
          </a:p>
        </p:txBody>
      </p:sp>
      <p:sp>
        <p:nvSpPr>
          <p:cNvPr id="111" name="cell-10-2">
            <a:extLst xmlns:a="http://schemas.openxmlformats.org/drawingml/2006/main">
              <a:ext uri="{FF2B5EF4-FFF2-40B4-BE49-F238E27FC236}">
                <a16:creationId xmlns:a16="http://schemas.microsoft.com/office/drawing/2014/main" id="{0DF53CD1-F20E-4E2F-B747-1959A32A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578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2" name="cell-text-10-2">
            <a:extLst xmlns:a="http://schemas.openxmlformats.org/drawingml/2006/main">
              <a:ext uri="{FF2B5EF4-FFF2-40B4-BE49-F238E27FC236}">
                <a16:creationId xmlns:a16="http://schemas.microsoft.com/office/drawing/2014/main" id="{AD6C77A5-1290-45FD-BA28-67444301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244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cell-10-3">
            <a:extLst xmlns:a="http://schemas.openxmlformats.org/drawingml/2006/main">
              <a:ext uri="{FF2B5EF4-FFF2-40B4-BE49-F238E27FC236}">
                <a16:creationId xmlns:a16="http://schemas.microsoft.com/office/drawing/2014/main" id="{C3950C13-D9EF-447D-BF99-8CB8696F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578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4" name="cell-text-10-3">
            <a:extLst xmlns:a="http://schemas.openxmlformats.org/drawingml/2006/main">
              <a:ext uri="{FF2B5EF4-FFF2-40B4-BE49-F238E27FC236}">
                <a16:creationId xmlns:a16="http://schemas.microsoft.com/office/drawing/2014/main" id="{5CDA4FA9-7AF8-4D77-A68D-6C3CF73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2447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cell-10-4">
            <a:extLst xmlns:a="http://schemas.openxmlformats.org/drawingml/2006/main">
              <a:ext uri="{FF2B5EF4-FFF2-40B4-BE49-F238E27FC236}">
                <a16:creationId xmlns:a16="http://schemas.microsoft.com/office/drawing/2014/main" id="{52266C72-FE00-475B-8D80-D60C190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6" name="cell-text-10-4">
            <a:extLst xmlns:a="http://schemas.openxmlformats.org/drawingml/2006/main">
              <a:ext uri="{FF2B5EF4-FFF2-40B4-BE49-F238E27FC236}">
                <a16:creationId xmlns:a16="http://schemas.microsoft.com/office/drawing/2014/main" id="{4CFE21B7-ECF0-4CD8-AE22-8793BF5C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분사량, 설치 조건</a:t>
            </a:r>
          </a:p>
        </p:txBody>
      </p:sp>
      <p:sp>
        <p:nvSpPr>
          <p:cNvPr id="117" name="cell-11-0">
            <a:extLst xmlns:a="http://schemas.openxmlformats.org/drawingml/2006/main">
              <a:ext uri="{FF2B5EF4-FFF2-40B4-BE49-F238E27FC236}">
                <a16:creationId xmlns:a16="http://schemas.microsoft.com/office/drawing/2014/main" id="{53D87B33-CE2C-4313-80F2-5AA2FB3C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8" name="cell-text-11-0">
            <a:extLst xmlns:a="http://schemas.openxmlformats.org/drawingml/2006/main">
              <a:ext uri="{FF2B5EF4-FFF2-40B4-BE49-F238E27FC236}">
                <a16:creationId xmlns:a16="http://schemas.microsoft.com/office/drawing/2014/main" id="{315EFA18-0B33-405A-84F3-FCF7E91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626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기타</a:t>
            </a:r>
          </a:p>
        </p:txBody>
      </p:sp>
      <p:sp>
        <p:nvSpPr>
          <p:cNvPr id="119" name="cell-11-1">
            <a:extLst xmlns:a="http://schemas.openxmlformats.org/drawingml/2006/main">
              <a:ext uri="{FF2B5EF4-FFF2-40B4-BE49-F238E27FC236}">
                <a16:creationId xmlns:a16="http://schemas.microsoft.com/office/drawing/2014/main" id="{F8EC2000-352F-4DB9-9809-31652C28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959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0" name="cell-text-11-1">
            <a:extLst xmlns:a="http://schemas.openxmlformats.org/drawingml/2006/main">
              <a:ext uri="{FF2B5EF4-FFF2-40B4-BE49-F238E27FC236}">
                <a16:creationId xmlns:a16="http://schemas.microsoft.com/office/drawing/2014/main" id="{2BBD9CA7-83F5-4C0B-B8D5-2DA89BE4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전원장치/센서/케이블</a:t>
            </a:r>
          </a:p>
        </p:txBody>
      </p:sp>
      <p:sp>
        <p:nvSpPr>
          <p:cNvPr id="121" name="cell-11-2">
            <a:extLst xmlns:a="http://schemas.openxmlformats.org/drawingml/2006/main">
              <a:ext uri="{FF2B5EF4-FFF2-40B4-BE49-F238E27FC236}">
                <a16:creationId xmlns:a16="http://schemas.microsoft.com/office/drawing/2014/main" id="{4D3AA436-80D2-4E2B-9BCF-EAD35B9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959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2" name="cell-text-11-2">
            <a:extLst xmlns:a="http://schemas.openxmlformats.org/drawingml/2006/main">
              <a:ext uri="{FF2B5EF4-FFF2-40B4-BE49-F238E27FC236}">
                <a16:creationId xmlns:a16="http://schemas.microsoft.com/office/drawing/2014/main" id="{BD7C3915-FB88-40D4-9D20-A1FD2034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626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cell-11-3">
            <a:extLst xmlns:a="http://schemas.openxmlformats.org/drawingml/2006/main">
              <a:ext uri="{FF2B5EF4-FFF2-40B4-BE49-F238E27FC236}">
                <a16:creationId xmlns:a16="http://schemas.microsoft.com/office/drawing/2014/main" id="{54162B09-028A-4C52-BF3B-3AB46938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959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4" name="cell-text-11-3">
            <a:extLst xmlns:a="http://schemas.openxmlformats.org/drawingml/2006/main">
              <a:ext uri="{FF2B5EF4-FFF2-40B4-BE49-F238E27FC236}">
                <a16:creationId xmlns:a16="http://schemas.microsoft.com/office/drawing/2014/main" id="{88C70428-0601-4FF8-9F57-CD0D41AA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762625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cell-11-4">
            <a:extLst xmlns:a="http://schemas.openxmlformats.org/drawingml/2006/main">
              <a:ext uri="{FF2B5EF4-FFF2-40B4-BE49-F238E27FC236}">
                <a16:creationId xmlns:a16="http://schemas.microsoft.com/office/drawing/2014/main" id="{9EF87039-0D95-4D0A-BBD9-4B6C25D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959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6" name="cell-text-11-4">
            <a:extLst xmlns:a="http://schemas.openxmlformats.org/drawingml/2006/main">
              <a:ext uri="{FF2B5EF4-FFF2-40B4-BE49-F238E27FC236}">
                <a16:creationId xmlns:a16="http://schemas.microsoft.com/office/drawing/2014/main" id="{60B1AA13-2090-4878-81AA-B1790048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626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추가 구성품</a:t>
            </a:r>
          </a:p>
        </p:txBody>
      </p:sp>
    </p:spTree>
    <p:extLst>
      <p:ext uri="{BB962C8B-B14F-4D97-AF65-F5344CB8AC3E}">
        <p14:creationId xmlns:p14="http://schemas.microsoft.com/office/powerpoint/2010/main" val="16388371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263812E9-57C7-4115-A8C7-8B8D93E4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I. 프로젝트 개요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A03FF386-9408-4DF9-8722-95808D3F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BB249C45-8A04-4742-9575-24FEFD91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A261F-610B-4C1C-B213-4936ECA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검사 운영 절차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C66DDE-59B2-4914-A978-49A794F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7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748DA654-C82C-458F-B38C-532F75A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BB5412-8540-43B7-A1A4-69786B4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134FAD8-7CD5-4007-9F71-78995D3E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B428AA-ACA8-40D8-955E-2DBEFE98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리모컨 수동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7AC0D-1A5F-4D1A-9A68-745FF973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240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4B3EACCD-E395-4276-A59A-25E7615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A97B2F-21FD-46C9-B37A-9FE647D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A56C7C4-6E26-40E5-BBAD-E84077B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47EDB3-29EA-4389-A1BD-6150EE1D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기준 위치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9A21A-3428-432B-B6B4-93D2A81F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4FA18F0-0BFB-4A35-BC75-66D5875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F011466-F906-433F-B847-6BACC78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DB56FCBF-5E55-4F99-9EF7-F93D50B8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D7EED4B-EA39-473D-9A75-95D8F3A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아웃트리거 전개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FE7DA-8C55-4507-9667-F0A9A2CE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BC8797E9-726A-4750-B923-D4A28C7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4C55B6C-AA90-4B31-9FD7-8DE7B53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94D88E0E-29B1-4087-B617-3DFAFE92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5EBD88-68C1-4CA0-AAB0-1E575EB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IMU 수평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3CE6E-3573-484C-9450-8969ADD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3DA1C896-DC6D-4E5D-BC4B-86F3A7E7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C5F05BD-8F1F-484F-A8EC-2E6408B4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71FE35EF-7313-487F-89BC-4378D9B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8EDB039-B02A-4CC7-9476-23E10DD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협동로봇 UT 검사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91DDC-3BDF-4DA5-A462-BEDB186C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D0F65863-2AA3-4913-B10B-66743ABB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B717CEF-8748-46C8-9CF6-F4B5B41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33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7F8E5E1C-AA53-41C9-8722-B5F91024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95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7C60530-37BE-429F-8B38-90588D56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954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위치 자동 이동</a:t>
            </a:r>
          </a:p>
        </p:txBody>
      </p:sp>
      <p:sp>
        <p:nvSpPr>
          <p:cNvPr id="35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FDFF3CB2-4CFC-450C-A553-2EF1F95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9525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0-0">
            <a:extLst xmlns:a="http://schemas.openxmlformats.org/drawingml/2006/main">
              <a:ext uri="{FF2B5EF4-FFF2-40B4-BE49-F238E27FC236}">
                <a16:creationId xmlns:a16="http://schemas.microsoft.com/office/drawing/2014/main" id="{55C2CE65-12B2-4313-A80B-2602ACA6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7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8DEB5F38-A943-4F69-8507-513F9B2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38" name="cell-0-1">
            <a:extLst xmlns:a="http://schemas.openxmlformats.org/drawingml/2006/main">
              <a:ext uri="{FF2B5EF4-FFF2-40B4-BE49-F238E27FC236}">
                <a16:creationId xmlns:a16="http://schemas.microsoft.com/office/drawing/2014/main" id="{7432048E-695E-4DB4-B73B-3C428437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9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22B8FA1B-57B7-41E5-AA54-830F7D8E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 정보</a:t>
            </a:r>
          </a:p>
        </p:txBody>
      </p:sp>
      <p:sp>
        <p:nvSpPr>
          <p:cNvPr id="40" name="cell-0-2">
            <a:extLst xmlns:a="http://schemas.openxmlformats.org/drawingml/2006/main">
              <a:ext uri="{FF2B5EF4-FFF2-40B4-BE49-F238E27FC236}">
                <a16:creationId xmlns:a16="http://schemas.microsoft.com/office/drawing/2014/main" id="{4D65AD82-12C4-424E-890B-D56E13A6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1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B02BAA66-F968-4F9F-BA3B-DE5B6897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확인 기준</a:t>
            </a:r>
          </a:p>
        </p:txBody>
      </p:sp>
      <p:sp>
        <p:nvSpPr>
          <p:cNvPr id="42" name="cell-1-0">
            <a:extLst xmlns:a="http://schemas.openxmlformats.org/drawingml/2006/main">
              <a:ext uri="{FF2B5EF4-FFF2-40B4-BE49-F238E27FC236}">
                <a16:creationId xmlns:a16="http://schemas.microsoft.com/office/drawing/2014/main" id="{3E7E2D89-C758-4245-80BA-DCCC250B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3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9F3ADA93-2189-4BF8-BA1D-3754795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수동 이동</a:t>
            </a:r>
          </a:p>
        </p:txBody>
      </p:sp>
      <p:sp>
        <p:nvSpPr>
          <p:cNvPr id="44" name="cell-1-1">
            <a:extLst xmlns:a="http://schemas.openxmlformats.org/drawingml/2006/main">
              <a:ext uri="{FF2B5EF4-FFF2-40B4-BE49-F238E27FC236}">
                <a16:creationId xmlns:a16="http://schemas.microsoft.com/office/drawing/2014/main" id="{E224D7D7-5117-4639-930E-01E6D522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5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25366AC6-4FD1-46B4-82D1-4586B92E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62325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목적지, 작업자, 리모컨 상태</a:t>
            </a:r>
          </a:p>
        </p:txBody>
      </p:sp>
      <p:sp>
        <p:nvSpPr>
          <p:cNvPr id="46" name="cell-1-2">
            <a:extLst xmlns:a="http://schemas.openxmlformats.org/drawingml/2006/main">
              <a:ext uri="{FF2B5EF4-FFF2-40B4-BE49-F238E27FC236}">
                <a16:creationId xmlns:a16="http://schemas.microsoft.com/office/drawing/2014/main" id="{523EC345-1889-4815-A36A-01536FC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7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3DBD0EAC-F3B5-4F97-BBF6-7D513172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주변 장애물 및 정위치</a:t>
            </a:r>
          </a:p>
        </p:txBody>
      </p:sp>
      <p:sp>
        <p:nvSpPr>
          <p:cNvPr id="48" name="cell-2-0">
            <a:extLst xmlns:a="http://schemas.openxmlformats.org/drawingml/2006/main">
              <a:ext uri="{FF2B5EF4-FFF2-40B4-BE49-F238E27FC236}">
                <a16:creationId xmlns:a16="http://schemas.microsoft.com/office/drawing/2014/main" id="{3AF0F07B-69E5-4A7D-A219-BFEDB0A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B8173FC0-4AB3-4CC1-BEB0-D1C6FF0B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수평 보정</a:t>
            </a:r>
          </a:p>
        </p:txBody>
      </p:sp>
      <p:sp>
        <p:nvSpPr>
          <p:cNvPr id="50" name="cell-2-1">
            <a:extLst xmlns:a="http://schemas.openxmlformats.org/drawingml/2006/main">
              <a:ext uri="{FF2B5EF4-FFF2-40B4-BE49-F238E27FC236}">
                <a16:creationId xmlns:a16="http://schemas.microsoft.com/office/drawing/2014/main" id="{E9320250-E4BC-4A3A-B858-BB81BD0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F810C9FF-F976-463B-ADA0-151D8E8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76675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 roll/pitch, 아웃트리거 상태</a:t>
            </a:r>
          </a:p>
        </p:txBody>
      </p:sp>
      <p:sp>
        <p:nvSpPr>
          <p:cNvPr id="52" name="cell-2-2">
            <a:extLst xmlns:a="http://schemas.openxmlformats.org/drawingml/2006/main">
              <a:ext uri="{FF2B5EF4-FFF2-40B4-BE49-F238E27FC236}">
                <a16:creationId xmlns:a16="http://schemas.microsoft.com/office/drawing/2014/main" id="{8FF991F7-48ED-489D-8366-FEE7AA1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2CB3BF27-0758-4F90-8A62-8725FAB0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허용 기울기 이내</a:t>
            </a:r>
          </a:p>
        </p:txBody>
      </p:sp>
      <p:sp>
        <p:nvSpPr>
          <p:cNvPr id="54" name="cell-3-0">
            <a:extLst xmlns:a="http://schemas.openxmlformats.org/drawingml/2006/main">
              <a:ext uri="{FF2B5EF4-FFF2-40B4-BE49-F238E27FC236}">
                <a16:creationId xmlns:a16="http://schemas.microsoft.com/office/drawing/2014/main" id="{83441E76-1A3D-410A-8CF2-25ADED8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5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F4F59114-4F7C-4DB1-8358-AFA04E6C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검사</a:t>
            </a:r>
          </a:p>
        </p:txBody>
      </p:sp>
      <p:sp>
        <p:nvSpPr>
          <p:cNvPr id="56" name="cell-3-1">
            <a:extLst xmlns:a="http://schemas.openxmlformats.org/drawingml/2006/main">
              <a:ext uri="{FF2B5EF4-FFF2-40B4-BE49-F238E27FC236}">
                <a16:creationId xmlns:a16="http://schemas.microsoft.com/office/drawing/2014/main" id="{D2F86446-BE9B-4FB3-9A49-7BE2451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7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EE418400-E94F-4EFF-9CE2-F36AD8C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91025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프로브, 설정값, 스캔 경로</a:t>
            </a:r>
          </a:p>
        </p:txBody>
      </p:sp>
      <p:sp>
        <p:nvSpPr>
          <p:cNvPr id="58" name="cell-3-2">
            <a:extLst xmlns:a="http://schemas.openxmlformats.org/drawingml/2006/main">
              <a:ext uri="{FF2B5EF4-FFF2-40B4-BE49-F238E27FC236}">
                <a16:creationId xmlns:a16="http://schemas.microsoft.com/office/drawing/2014/main" id="{DF3C25AA-1BA0-4709-81F1-A49AD544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9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E8A383A9-EA5D-42D1-A046-BC342E6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신호 품질 및 파일 저장</a:t>
            </a:r>
          </a:p>
        </p:txBody>
      </p:sp>
      <p:sp>
        <p:nvSpPr>
          <p:cNvPr id="60" name="cell-4-0">
            <a:extLst xmlns:a="http://schemas.openxmlformats.org/drawingml/2006/main">
              <a:ext uri="{FF2B5EF4-FFF2-40B4-BE49-F238E27FC236}">
                <a16:creationId xmlns:a16="http://schemas.microsoft.com/office/drawing/2014/main" id="{70D6035E-CBC7-44B7-A3AF-4F4939CC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1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CE10BB12-F9F9-4443-B730-A52B8AA9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위치 이동</a:t>
            </a:r>
          </a:p>
        </p:txBody>
      </p:sp>
      <p:sp>
        <p:nvSpPr>
          <p:cNvPr id="62" name="cell-4-1">
            <a:extLst xmlns:a="http://schemas.openxmlformats.org/drawingml/2006/main">
              <a:ext uri="{FF2B5EF4-FFF2-40B4-BE49-F238E27FC236}">
                <a16:creationId xmlns:a16="http://schemas.microsoft.com/office/drawing/2014/main" id="{C7C2FF86-5D8D-4FAB-A482-B1882DB2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3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EAAAD724-B917-49E0-994C-3958454B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다음 검사 위치</a:t>
            </a:r>
          </a:p>
        </p:txBody>
      </p:sp>
      <p:sp>
        <p:nvSpPr>
          <p:cNvPr id="64" name="cell-4-2">
            <a:extLst xmlns:a="http://schemas.openxmlformats.org/drawingml/2006/main">
              <a:ext uri="{FF2B5EF4-FFF2-40B4-BE49-F238E27FC236}">
                <a16:creationId xmlns:a16="http://schemas.microsoft.com/office/drawing/2014/main" id="{731956A1-4921-4879-AA3D-DD932A00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5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A14E5A8C-6BBF-4A6D-9548-24BA2C3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로봇 후퇴 및 프로브 분리</a:t>
            </a:r>
          </a:p>
        </p:txBody>
      </p:sp>
      <p:sp>
        <p:nvSpPr>
          <p:cNvPr id="66" name="cell-5-0">
            <a:extLst xmlns:a="http://schemas.openxmlformats.org/drawingml/2006/main">
              <a:ext uri="{FF2B5EF4-FFF2-40B4-BE49-F238E27FC236}">
                <a16:creationId xmlns:a16="http://schemas.microsoft.com/office/drawing/2014/main" id="{C7D22B1E-D6E1-41C2-ABED-343BE008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7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9AFCCCA9-DD91-4ED8-B3FE-9A1C251C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sp>
        <p:nvSpPr>
          <p:cNvPr id="68" name="cell-5-1">
            <a:extLst xmlns:a="http://schemas.openxmlformats.org/drawingml/2006/main">
              <a:ext uri="{FF2B5EF4-FFF2-40B4-BE49-F238E27FC236}">
                <a16:creationId xmlns:a16="http://schemas.microsoft.com/office/drawing/2014/main" id="{C3DD547C-4AE5-4470-B4B9-3B6FB0EB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530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9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63C85B3B-79A3-474E-9C17-1E925409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9725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로그, 데이터, 알람 이력</a:t>
            </a:r>
          </a:p>
        </p:txBody>
      </p:sp>
      <p:sp>
        <p:nvSpPr>
          <p:cNvPr id="70" name="cell-5-2">
            <a:extLst xmlns:a="http://schemas.openxmlformats.org/drawingml/2006/main">
              <a:ext uri="{FF2B5EF4-FFF2-40B4-BE49-F238E27FC236}">
                <a16:creationId xmlns:a16="http://schemas.microsoft.com/office/drawing/2014/main" id="{3F70178C-036B-4D9C-A9B1-FD6425E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1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E1308BDC-05C6-4C63-8680-AA5B732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9725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작업 ID 기준 추적성</a:t>
            </a:r>
          </a:p>
        </p:txBody>
      </p:sp>
    </p:spTree>
    <p:extLst>
      <p:ext uri="{BB962C8B-B14F-4D97-AF65-F5344CB8AC3E}">
        <p14:creationId xmlns:p14="http://schemas.microsoft.com/office/powerpoint/2010/main" val="10356319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B0FD00C-2D76-4CBA-BA5D-BAECB58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II. 장비 구성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40924C19-166B-4F8F-9D5A-2ED3BA4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1173CF60-437E-45F1-8B05-B8C1697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211016-155B-4083-AC5A-140FB89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AMR 수평 보정 및 인터락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930291-5031-4C2D-A799-D0EC3E31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8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FA4814CF-C080-403E-BB3B-231384F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525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B3788D05-5F2B-4129-AD00-78C4956C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139C467B-EF70-4B8C-A94E-775B696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A1C63AE5-8B20-4E66-8836-C28FD83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1239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1770BBB7-8926-4907-87B5-16A53C0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19062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입력/설정값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82AA10D2-15FB-4F7E-A021-09FEE21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239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CBC27061-57CA-48FA-8942-EDC2808F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90625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확인/판정 기준</a:t>
            </a:r>
          </a:p>
        </p:txBody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E002FFA7-F714-4D05-BEB3-1E3C4C9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C829F43A-3D64-4D34-8406-25A176A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</p:txBody>
      </p:sp>
      <p:sp>
        <p:nvSpPr>
          <p:cNvPr id="15" name="cell-1-1">
            <a:extLst xmlns:a="http://schemas.openxmlformats.org/drawingml/2006/main">
              <a:ext uri="{FF2B5EF4-FFF2-40B4-BE49-F238E27FC236}">
                <a16:creationId xmlns:a16="http://schemas.microsoft.com/office/drawing/2014/main" id="{71F805FD-0864-4CA9-9AA6-AB6F7E0A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859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943ECB0D-9C3F-4150-8B23-B7E910E8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525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roll, pitch, yaw, 진동</a:t>
            </a:r>
          </a:p>
        </p:txBody>
      </p:sp>
      <p:sp>
        <p:nvSpPr>
          <p:cNvPr id="17" name="cell-1-2">
            <a:extLst xmlns:a="http://schemas.openxmlformats.org/drawingml/2006/main">
              <a:ext uri="{FF2B5EF4-FFF2-40B4-BE49-F238E27FC236}">
                <a16:creationId xmlns:a16="http://schemas.microsoft.com/office/drawing/2014/main" id="{F60CF994-F1DB-4A6E-B824-B23AB946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859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CC8651CA-1F21-4F70-969C-E752250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525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허용 기울기 이내</a:t>
            </a:r>
          </a:p>
        </p:txBody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CDA49198-921D-4E0F-9494-FBAE2E6F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8B35FB4A-7251-4CCA-BE48-9883CE85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아웃트리거</a:t>
            </a:r>
          </a:p>
        </p:txBody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7594551F-42AF-4FF6-ABF3-DF13D1D9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383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A08140DE-7071-409E-A340-D9D092F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050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전개 상태, 접지 상태, 높이</a:t>
            </a:r>
          </a:p>
        </p:txBody>
      </p:sp>
      <p:sp>
        <p:nvSpPr>
          <p:cNvPr id="23" name="cell-2-2">
            <a:extLst xmlns:a="http://schemas.openxmlformats.org/drawingml/2006/main">
              <a:ext uri="{FF2B5EF4-FFF2-40B4-BE49-F238E27FC236}">
                <a16:creationId xmlns:a16="http://schemas.microsoft.com/office/drawing/2014/main" id="{A30CB569-6E1B-4450-8F14-CF6B6C70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313804F8-CE75-42E6-A67A-C2E4F4F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0502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전개 완료 및 접지 확인</a:t>
            </a:r>
          </a:p>
        </p:txBody>
      </p:sp>
      <p:sp>
        <p:nvSpPr>
          <p:cNvPr id="25" name="cell-3-0">
            <a:extLst xmlns:a="http://schemas.openxmlformats.org/drawingml/2006/main">
              <a:ext uri="{FF2B5EF4-FFF2-40B4-BE49-F238E27FC236}">
                <a16:creationId xmlns:a16="http://schemas.microsoft.com/office/drawing/2014/main" id="{B20F8F24-734A-45AA-B269-BFEC3ECB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C7BB83D8-0343-42D8-8602-EB76BEC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허가</a:t>
            </a:r>
          </a:p>
        </p:txBody>
      </p:sp>
      <p:sp>
        <p:nvSpPr>
          <p:cNvPr id="27" name="cell-3-1">
            <a:extLst xmlns:a="http://schemas.openxmlformats.org/drawingml/2006/main">
              <a:ext uri="{FF2B5EF4-FFF2-40B4-BE49-F238E27FC236}">
                <a16:creationId xmlns:a16="http://schemas.microsoft.com/office/drawing/2014/main" id="{C2074D54-0C56-4B98-9F41-5796BAD5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AE0A6970-50C5-4185-B245-B21B8D1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574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수평 안정화 시간, 재보정 횟수</a:t>
            </a:r>
          </a:p>
        </p:txBody>
      </p:sp>
      <p:sp>
        <p:nvSpPr>
          <p:cNvPr id="29" name="cell-3-2">
            <a:extLst xmlns:a="http://schemas.openxmlformats.org/drawingml/2006/main">
              <a:ext uri="{FF2B5EF4-FFF2-40B4-BE49-F238E27FC236}">
                <a16:creationId xmlns:a16="http://schemas.microsoft.com/office/drawing/2014/main" id="{74936F25-C2BF-4E83-936F-09409558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908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12202863-9720-41B4-99E0-3503EACB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574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조건 만족 시 RobotInspection</a:t>
            </a:r>
          </a:p>
        </p:txBody>
      </p:sp>
      <p:sp>
        <p:nvSpPr>
          <p:cNvPr id="31" name="cell-4-0">
            <a:extLst xmlns:a="http://schemas.openxmlformats.org/drawingml/2006/main">
              <a:ext uri="{FF2B5EF4-FFF2-40B4-BE49-F238E27FC236}">
                <a16:creationId xmlns:a16="http://schemas.microsoft.com/office/drawing/2014/main" id="{7577EAD6-B06A-4F4D-ADAA-647A0735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91DA8868-B849-4F92-8A9A-5A48063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이동 허가</a:t>
            </a:r>
          </a:p>
        </p:txBody>
      </p:sp>
      <p:sp>
        <p:nvSpPr>
          <p:cNvPr id="33" name="cell-4-1">
            <a:extLst xmlns:a="http://schemas.openxmlformats.org/drawingml/2006/main">
              <a:ext uri="{FF2B5EF4-FFF2-40B4-BE49-F238E27FC236}">
                <a16:creationId xmlns:a16="http://schemas.microsoft.com/office/drawing/2014/main" id="{F0E69978-ACD7-45CD-86C5-131C2DD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43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60E1018D-4E71-4A7E-A8CD-0518F9E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099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로봇 후퇴, 프로브 분리</a:t>
            </a:r>
          </a:p>
        </p:txBody>
      </p:sp>
      <p:sp>
        <p:nvSpPr>
          <p:cNvPr id="35" name="cell-4-2">
            <a:extLst xmlns:a="http://schemas.openxmlformats.org/drawingml/2006/main">
              <a:ext uri="{FF2B5EF4-FFF2-40B4-BE49-F238E27FC236}">
                <a16:creationId xmlns:a16="http://schemas.microsoft.com/office/drawing/2014/main" id="{DA5E611F-3874-42CB-8197-41D6737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5359F49D-D46C-4CF7-AFD6-44335285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이동 전 안전 위치 확인</a:t>
            </a:r>
          </a:p>
        </p:txBody>
      </p:sp>
      <p:sp>
        <p:nvSpPr>
          <p:cNvPr id="37" name="cell-5-0">
            <a:extLst xmlns:a="http://schemas.openxmlformats.org/drawingml/2006/main">
              <a:ext uri="{FF2B5EF4-FFF2-40B4-BE49-F238E27FC236}">
                <a16:creationId xmlns:a16="http://schemas.microsoft.com/office/drawing/2014/main" id="{2371EC3B-3C87-434F-A7F1-B9F2DF3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014E0079-F4F1-42FE-AA13-B81F4BCE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오류 대응</a:t>
            </a:r>
          </a:p>
        </p:txBody>
      </p:sp>
      <p:sp>
        <p:nvSpPr>
          <p:cNvPr id="39" name="cell-5-1">
            <a:extLst xmlns:a="http://schemas.openxmlformats.org/drawingml/2006/main">
              <a:ext uri="{FF2B5EF4-FFF2-40B4-BE49-F238E27FC236}">
                <a16:creationId xmlns:a16="http://schemas.microsoft.com/office/drawing/2014/main" id="{9B74EEA1-DF44-4100-958A-3A8CD7F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957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9735FD3D-5428-464B-875B-D5B8840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623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수평 불량, 접지 불량, 센서 이상</a:t>
            </a:r>
          </a:p>
        </p:txBody>
      </p:sp>
      <p:sp>
        <p:nvSpPr>
          <p:cNvPr id="41" name="cell-5-2">
            <a:extLst xmlns:a="http://schemas.openxmlformats.org/drawingml/2006/main">
              <a:ext uri="{FF2B5EF4-FFF2-40B4-BE49-F238E27FC236}">
                <a16:creationId xmlns:a16="http://schemas.microsoft.com/office/drawing/2014/main" id="{35D75E5C-C8A8-4B4D-8353-70A90E3A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E70FC4E8-2554-4859-BBBC-6FA02D4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623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금지 및 작업자 확인</a:t>
            </a:r>
          </a:p>
        </p:txBody>
      </p:sp>
      <p:sp>
        <p:nvSpPr>
          <p:cNvPr id="43" name="placeholder">
            <a:extLst xmlns:a="http://schemas.openxmlformats.org/drawingml/2006/main">
              <a:ext uri="{FF2B5EF4-FFF2-40B4-BE49-F238E27FC236}">
                <a16:creationId xmlns:a16="http://schemas.microsoft.com/office/drawing/2014/main" id="{49EDCCCD-AC3D-44BB-8A50-E97E21B3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952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4" name="placeholder-label">
            <a:extLst xmlns:a="http://schemas.openxmlformats.org/drawingml/2006/main">
              <a:ext uri="{FF2B5EF4-FFF2-40B4-BE49-F238E27FC236}">
                <a16:creationId xmlns:a16="http://schemas.microsoft.com/office/drawing/2014/main" id="{09BDB89B-B08D-40C1-B6A4-46B9D1BA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38725"/>
            <a:ext cx="906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아웃트리거 배치 / 수평 보정 개념도 삽입</a:t>
            </a:r>
          </a:p>
        </p:txBody>
      </p:sp>
    </p:spTree>
    <p:extLst>
      <p:ext uri="{BB962C8B-B14F-4D97-AF65-F5344CB8AC3E}">
        <p14:creationId xmlns:p14="http://schemas.microsoft.com/office/powerpoint/2010/main" val="20378594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A16EBDB-E10F-4C78-902F-2466630D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III. 제어/데이터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D093B207-768C-4E75-A21A-2A5930D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9777C7AE-6432-4D72-9FF5-BF340B8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683BF-BEE7-49AC-BE27-C06EFDD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6. 소프트웨어 및 데이터 관리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B8D0A34-CA27-422F-B0E5-701BD65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9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40A7491E-00AB-4151-8761-DB015BCC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620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7B12C4E8-1A57-4556-8ADB-9D49C3C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3A18F74E-0A44-41B6-AD4C-B75D0E5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모듈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5A2FC6B4-A406-473C-8DE6-7198CFCC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1239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2148BE4-43E9-4DF2-A9C0-3B447E91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190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9060D1CC-B7B5-451B-BC6B-81F5655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239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2DDF13A-C939-449F-8029-1A3F705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190625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확인 사항</a:t>
            </a:r>
          </a:p>
        </p:txBody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6FDCD6BB-9A3C-4E4C-8854-C43B4F26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99C9ADAD-E34E-4E6C-9E70-7E55698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장비 연동</a:t>
            </a:r>
          </a:p>
        </p:txBody>
      </p:sp>
      <p:sp>
        <p:nvSpPr>
          <p:cNvPr id="15" name="cell-1-1">
            <a:extLst xmlns:a="http://schemas.openxmlformats.org/drawingml/2006/main">
              <a:ext uri="{FF2B5EF4-FFF2-40B4-BE49-F238E27FC236}">
                <a16:creationId xmlns:a16="http://schemas.microsoft.com/office/drawing/2014/main" id="{980AE981-7741-4968-BC33-0F35533C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859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073DB3E2-51CB-4BB5-9B44-1217E3E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525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AMR/리프트/아웃트리거/IMU/로봇/UT 통신</a:t>
            </a:r>
          </a:p>
        </p:txBody>
      </p:sp>
      <p:sp>
        <p:nvSpPr>
          <p:cNvPr id="17" name="cell-1-2">
            <a:extLst xmlns:a="http://schemas.openxmlformats.org/drawingml/2006/main">
              <a:ext uri="{FF2B5EF4-FFF2-40B4-BE49-F238E27FC236}">
                <a16:creationId xmlns:a16="http://schemas.microsoft.com/office/drawing/2014/main" id="{3A6C873C-097A-411D-8757-5F124BC4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859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5A869258-ECA2-4D0F-81CD-A509E116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525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제조사 API, 통신 방식</a:t>
            </a:r>
          </a:p>
        </p:txBody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72DD7477-2485-49F3-B36E-2181AD9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FC3B2ED3-82C7-4C84-B562-DD8980F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시퀀스 제어</a:t>
            </a:r>
          </a:p>
        </p:txBody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44880D0C-6D16-4885-AC52-33BF847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383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1A08C63A-B360-477D-ADDC-801734CD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050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상태 머신 실행</a:t>
            </a:r>
          </a:p>
        </p:txBody>
      </p:sp>
      <p:sp>
        <p:nvSpPr>
          <p:cNvPr id="23" name="cell-2-2">
            <a:extLst xmlns:a="http://schemas.openxmlformats.org/drawingml/2006/main">
              <a:ext uri="{FF2B5EF4-FFF2-40B4-BE49-F238E27FC236}">
                <a16:creationId xmlns:a16="http://schemas.microsoft.com/office/drawing/2014/main" id="{DE21E9E3-2943-4C57-9A46-1BD0D6D7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383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4585335D-0EB2-4A9F-AF63-7E906C6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050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정지, 재시작, 오류 처리</a:t>
            </a:r>
          </a:p>
        </p:txBody>
      </p:sp>
      <p:sp>
        <p:nvSpPr>
          <p:cNvPr id="25" name="cell-3-0">
            <a:extLst xmlns:a="http://schemas.openxmlformats.org/drawingml/2006/main">
              <a:ext uri="{FF2B5EF4-FFF2-40B4-BE49-F238E27FC236}">
                <a16:creationId xmlns:a16="http://schemas.microsoft.com/office/drawing/2014/main" id="{087EBE07-BC42-467D-8848-6403468B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81BFA85D-AB69-40F5-9FC6-9DCDEAC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수평 보정</a:t>
            </a:r>
          </a:p>
        </p:txBody>
      </p:sp>
      <p:sp>
        <p:nvSpPr>
          <p:cNvPr id="27" name="cell-3-1">
            <a:extLst xmlns:a="http://schemas.openxmlformats.org/drawingml/2006/main">
              <a:ext uri="{FF2B5EF4-FFF2-40B4-BE49-F238E27FC236}">
                <a16:creationId xmlns:a16="http://schemas.microsoft.com/office/drawing/2014/main" id="{1C4DAE43-EF5B-4FB9-B905-D37F3E8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0BCDDB6-FEAD-4812-B990-EE9E47D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574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 기반 아웃트리거 제어</a:t>
            </a:r>
          </a:p>
        </p:txBody>
      </p:sp>
      <p:sp>
        <p:nvSpPr>
          <p:cNvPr id="29" name="cell-3-2">
            <a:extLst xmlns:a="http://schemas.openxmlformats.org/drawingml/2006/main">
              <a:ext uri="{FF2B5EF4-FFF2-40B4-BE49-F238E27FC236}">
                <a16:creationId xmlns:a16="http://schemas.microsoft.com/office/drawing/2014/main" id="{93972914-E57E-42DF-B3D0-E0271421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480BEA24-2C0A-4846-A7FF-0A83D71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574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허용값, 재시도, 안정화</a:t>
            </a:r>
          </a:p>
        </p:txBody>
      </p:sp>
      <p:sp>
        <p:nvSpPr>
          <p:cNvPr id="31" name="cell-4-0">
            <a:extLst xmlns:a="http://schemas.openxmlformats.org/drawingml/2006/main">
              <a:ext uri="{FF2B5EF4-FFF2-40B4-BE49-F238E27FC236}">
                <a16:creationId xmlns:a16="http://schemas.microsoft.com/office/drawing/2014/main" id="{D703B698-1E1E-433A-ABC2-9FBF953A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03EEDBC6-3958-4199-BC0B-D0D8DF5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데이터 저장</a:t>
            </a:r>
          </a:p>
        </p:txBody>
      </p:sp>
      <p:sp>
        <p:nvSpPr>
          <p:cNvPr id="33" name="cell-4-1">
            <a:extLst xmlns:a="http://schemas.openxmlformats.org/drawingml/2006/main">
              <a:ext uri="{FF2B5EF4-FFF2-40B4-BE49-F238E27FC236}">
                <a16:creationId xmlns:a16="http://schemas.microsoft.com/office/drawing/2014/main" id="{22A96C62-95AA-4F10-8BAC-513FFBD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09981CEB-C289-4970-B527-8D2F92A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99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원본, 장비 로그, 작업 로그 저장</a:t>
            </a:r>
          </a:p>
        </p:txBody>
      </p:sp>
      <p:sp>
        <p:nvSpPr>
          <p:cNvPr id="35" name="cell-4-2">
            <a:extLst xmlns:a="http://schemas.openxmlformats.org/drawingml/2006/main">
              <a:ext uri="{FF2B5EF4-FFF2-40B4-BE49-F238E27FC236}">
                <a16:creationId xmlns:a16="http://schemas.microsoft.com/office/drawing/2014/main" id="{6FB87975-1342-4E5F-B1DE-6EA0F75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95FE530A-0DED-47BA-A34A-62D4EC5B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99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작업 ID, 파일명 규칙</a:t>
            </a:r>
          </a:p>
        </p:txBody>
      </p:sp>
      <p:sp>
        <p:nvSpPr>
          <p:cNvPr id="37" name="cell-5-0">
            <a:extLst xmlns:a="http://schemas.openxmlformats.org/drawingml/2006/main">
              <a:ext uri="{FF2B5EF4-FFF2-40B4-BE49-F238E27FC236}">
                <a16:creationId xmlns:a16="http://schemas.microsoft.com/office/drawing/2014/main" id="{213FCECE-70E1-420A-BBA1-6CA9A226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8713FD95-DA48-4F2F-BEA5-A4EC7F9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운영 UI</a:t>
            </a:r>
          </a:p>
        </p:txBody>
      </p:sp>
      <p:sp>
        <p:nvSpPr>
          <p:cNvPr id="39" name="cell-5-1">
            <a:extLst xmlns:a="http://schemas.openxmlformats.org/drawingml/2006/main">
              <a:ext uri="{FF2B5EF4-FFF2-40B4-BE49-F238E27FC236}">
                <a16:creationId xmlns:a16="http://schemas.microsoft.com/office/drawing/2014/main" id="{014AD744-1222-4F87-A764-C4CC1BCA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F5084B58-5695-472A-9676-8DA35138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623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상태 표시, 알람, 검사 실행</a:t>
            </a:r>
          </a:p>
        </p:txBody>
      </p:sp>
      <p:sp>
        <p:nvSpPr>
          <p:cNvPr id="41" name="cell-5-2">
            <a:extLst xmlns:a="http://schemas.openxmlformats.org/drawingml/2006/main">
              <a:ext uri="{FF2B5EF4-FFF2-40B4-BE49-F238E27FC236}">
                <a16:creationId xmlns:a16="http://schemas.microsoft.com/office/drawing/2014/main" id="{182A34B0-7701-4EC0-B9D5-6EB028DA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957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7AA46DA3-32CA-4945-A59B-B5D87C9A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6237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작업자 권한, 사용성</a:t>
            </a:r>
          </a:p>
        </p:txBody>
      </p:sp>
      <p:sp>
        <p:nvSpPr>
          <p:cNvPr id="43" name="cell-6-0">
            <a:extLst xmlns:a="http://schemas.openxmlformats.org/drawingml/2006/main">
              <a:ext uri="{FF2B5EF4-FFF2-40B4-BE49-F238E27FC236}">
                <a16:creationId xmlns:a16="http://schemas.microsoft.com/office/drawing/2014/main" id="{54B9E23C-A0CF-4A80-B105-4001E41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D2905A70-F543-4F08-88DB-2021BA8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5" name="cell-6-1">
            <a:extLst xmlns:a="http://schemas.openxmlformats.org/drawingml/2006/main">
              <a:ext uri="{FF2B5EF4-FFF2-40B4-BE49-F238E27FC236}">
                <a16:creationId xmlns:a16="http://schemas.microsoft.com/office/drawing/2014/main" id="{E284715C-49A6-4380-B84B-E2F516B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979113EA-B72B-4BD5-8FB6-6EDDEAAD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148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결과 요약 및 산출물</a:t>
            </a:r>
          </a:p>
        </p:txBody>
      </p:sp>
      <p:sp>
        <p:nvSpPr>
          <p:cNvPr id="47" name="cell-6-2">
            <a:extLst xmlns:a="http://schemas.openxmlformats.org/drawingml/2006/main">
              <a:ext uri="{FF2B5EF4-FFF2-40B4-BE49-F238E27FC236}">
                <a16:creationId xmlns:a16="http://schemas.microsoft.com/office/drawing/2014/main" id="{988EDD2E-BA78-4263-B680-2E120545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48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B6F9825A-F023-4772-BAB4-7893DC05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14825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PDF/DOCX/XLSX 양식</a:t>
            </a:r>
          </a:p>
        </p:txBody>
      </p:sp>
    </p:spTree>
    <p:extLst>
      <p:ext uri="{BB962C8B-B14F-4D97-AF65-F5344CB8AC3E}">
        <p14:creationId xmlns:p14="http://schemas.microsoft.com/office/powerpoint/2010/main" val="6232654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150893F-5CB0-4CC9-AA2B-C1D9E97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IV. 안전/검증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5682A67B-0954-4ABB-9C9F-0A177FF7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333F0ADF-D3C6-45FE-AFD4-A1BAD5F2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AE793-D822-4689-88B1-1AF02C55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7. 안전 인터락 및 테스트 계획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E583ACB-00D9-40C9-A671-CE62453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10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83D14B83-E78F-477D-9C0F-F2039EE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620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B462A5E2-D11F-430C-8AB7-C9168F67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BC43EAB7-A7CD-4D68-A08D-96A865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6852809D-AA5D-4D78-86FD-0FDEBA7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12395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37FBE423-86EC-41CF-90ED-D1995C28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190625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조건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605C4D7D-B686-46A2-9777-CFB3203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239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707656D4-A2AF-4C67-9EE3-A6A97EF3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90625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61F7D8F8-26DF-49C8-A1D2-690D9E9A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11C12142-10FF-43CB-9926-AAE6A6E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아웃트리거</a:t>
            </a:r>
          </a:p>
        </p:txBody>
      </p:sp>
      <p:sp>
        <p:nvSpPr>
          <p:cNvPr id="15" name="cell-1-1">
            <a:extLst xmlns:a="http://schemas.openxmlformats.org/drawingml/2006/main">
              <a:ext uri="{FF2B5EF4-FFF2-40B4-BE49-F238E27FC236}">
                <a16:creationId xmlns:a16="http://schemas.microsoft.com/office/drawing/2014/main" id="{565A2E53-48CE-40B8-AFE4-73EB73A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859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F50097BE-87C8-44B5-B43C-2FEF9C07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525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미전개 시 검사 금지</a:t>
            </a:r>
          </a:p>
        </p:txBody>
      </p:sp>
      <p:sp>
        <p:nvSpPr>
          <p:cNvPr id="17" name="cell-1-2">
            <a:extLst xmlns:a="http://schemas.openxmlformats.org/drawingml/2006/main">
              <a:ext uri="{FF2B5EF4-FFF2-40B4-BE49-F238E27FC236}">
                <a16:creationId xmlns:a16="http://schemas.microsoft.com/office/drawing/2014/main" id="{C8AD6521-4331-4588-AB7C-4728DDB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859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EF88AA25-40F8-44E5-AA9B-C84549F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525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상태 신호 오류 주입</a:t>
            </a:r>
          </a:p>
        </p:txBody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9832CF92-73A1-4312-9CF4-306C043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40EF801F-1F6A-4120-B9D3-D1FD08CC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</p:txBody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776E3697-8856-41C4-9336-9030D34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44A57CD3-ECEE-4AF4-83C7-6965619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수평 이탈 시 검사 금지</a:t>
            </a:r>
          </a:p>
        </p:txBody>
      </p:sp>
      <p:sp>
        <p:nvSpPr>
          <p:cNvPr id="23" name="cell-2-2">
            <a:extLst xmlns:a="http://schemas.openxmlformats.org/drawingml/2006/main">
              <a:ext uri="{FF2B5EF4-FFF2-40B4-BE49-F238E27FC236}">
                <a16:creationId xmlns:a16="http://schemas.microsoft.com/office/drawing/2014/main" id="{30127788-68DC-441B-8811-916E7C0A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6EA842F8-DF27-41C8-85E2-CDF86A30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859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roll/pitch 임계값 테스트</a:t>
            </a:r>
          </a:p>
        </p:txBody>
      </p:sp>
      <p:sp>
        <p:nvSpPr>
          <p:cNvPr id="25" name="cell-3-0">
            <a:extLst xmlns:a="http://schemas.openxmlformats.org/drawingml/2006/main">
              <a:ext uri="{FF2B5EF4-FFF2-40B4-BE49-F238E27FC236}">
                <a16:creationId xmlns:a16="http://schemas.microsoft.com/office/drawing/2014/main" id="{48EF264E-FA52-456D-BFB1-CC1FE698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CA17C2A6-4EE2-441A-87D2-9522279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AMR 주행</a:t>
            </a:r>
          </a:p>
        </p:txBody>
      </p:sp>
      <p:sp>
        <p:nvSpPr>
          <p:cNvPr id="27" name="cell-3-1">
            <a:extLst xmlns:a="http://schemas.openxmlformats.org/drawingml/2006/main">
              <a:ext uri="{FF2B5EF4-FFF2-40B4-BE49-F238E27FC236}">
                <a16:creationId xmlns:a16="http://schemas.microsoft.com/office/drawing/2014/main" id="{2837399D-45A8-46BD-B91D-89B56B4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D1E923C-5467-48FB-98BA-BC263EAE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193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검사 중 주행 명령 차단</a:t>
            </a:r>
          </a:p>
        </p:txBody>
      </p:sp>
      <p:sp>
        <p:nvSpPr>
          <p:cNvPr id="29" name="cell-3-2">
            <a:extLst xmlns:a="http://schemas.openxmlformats.org/drawingml/2006/main">
              <a:ext uri="{FF2B5EF4-FFF2-40B4-BE49-F238E27FC236}">
                <a16:creationId xmlns:a16="http://schemas.microsoft.com/office/drawing/2014/main" id="{384A51B4-FC3F-4DD3-9BB9-5BD27D60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16E9806E-3485-447F-9FAF-6EA1AD0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RobotInspection 상태에서 명령 입력</a:t>
            </a:r>
          </a:p>
        </p:txBody>
      </p:sp>
      <p:sp>
        <p:nvSpPr>
          <p:cNvPr id="31" name="cell-4-0">
            <a:extLst xmlns:a="http://schemas.openxmlformats.org/drawingml/2006/main">
              <a:ext uri="{FF2B5EF4-FFF2-40B4-BE49-F238E27FC236}">
                <a16:creationId xmlns:a16="http://schemas.microsoft.com/office/drawing/2014/main" id="{DABA4C9F-DC0B-4408-B03D-44796AB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A8DA3644-A0C8-4338-8672-0686DAE8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로봇</a:t>
            </a:r>
          </a:p>
        </p:txBody>
      </p:sp>
      <p:sp>
        <p:nvSpPr>
          <p:cNvPr id="33" name="cell-4-1">
            <a:extLst xmlns:a="http://schemas.openxmlformats.org/drawingml/2006/main">
              <a:ext uri="{FF2B5EF4-FFF2-40B4-BE49-F238E27FC236}">
                <a16:creationId xmlns:a16="http://schemas.microsoft.com/office/drawing/2014/main" id="{EFC453D5-8FEC-4857-ADE0-EA4478E3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861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1A085310-F441-42DE-8DB9-61B3889A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527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이동 전 안전 위치 확인</a:t>
            </a:r>
          </a:p>
        </p:txBody>
      </p:sp>
      <p:sp>
        <p:nvSpPr>
          <p:cNvPr id="35" name="cell-4-2">
            <a:extLst xmlns:a="http://schemas.openxmlformats.org/drawingml/2006/main">
              <a:ext uri="{FF2B5EF4-FFF2-40B4-BE49-F238E27FC236}">
                <a16:creationId xmlns:a16="http://schemas.microsoft.com/office/drawing/2014/main" id="{AE467296-0E6A-44B1-9D56-2309963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335E3B54-0D18-49F4-8236-92EEE83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후퇴 미완료 상태 테스트</a:t>
            </a:r>
          </a:p>
        </p:txBody>
      </p:sp>
      <p:sp>
        <p:nvSpPr>
          <p:cNvPr id="37" name="cell-5-0">
            <a:extLst xmlns:a="http://schemas.openxmlformats.org/drawingml/2006/main">
              <a:ext uri="{FF2B5EF4-FFF2-40B4-BE49-F238E27FC236}">
                <a16:creationId xmlns:a16="http://schemas.microsoft.com/office/drawing/2014/main" id="{154DCAD4-D401-42DB-890F-9458BF1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3EDE28DE-A4FA-418C-A03F-3729D50B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UT 데이터</a:t>
            </a:r>
          </a:p>
        </p:txBody>
      </p:sp>
      <p:sp>
        <p:nvSpPr>
          <p:cNvPr id="39" name="cell-5-1">
            <a:extLst xmlns:a="http://schemas.openxmlformats.org/drawingml/2006/main">
              <a:ext uri="{FF2B5EF4-FFF2-40B4-BE49-F238E27FC236}">
                <a16:creationId xmlns:a16="http://schemas.microsoft.com/office/drawing/2014/main" id="{9BC50055-7FE6-41CC-9F56-A5BE9B6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195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CFFD6907-CD2A-4F38-8049-EC20138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861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저장 실패 시 검사 중지</a:t>
            </a:r>
          </a:p>
        </p:txBody>
      </p:sp>
      <p:sp>
        <p:nvSpPr>
          <p:cNvPr id="41" name="cell-5-2">
            <a:extLst xmlns:a="http://schemas.openxmlformats.org/drawingml/2006/main">
              <a:ext uri="{FF2B5EF4-FFF2-40B4-BE49-F238E27FC236}">
                <a16:creationId xmlns:a16="http://schemas.microsoft.com/office/drawing/2014/main" id="{955ED3DF-F886-4F23-9DC9-E7A6B62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480C3B3E-F3DE-49E6-AF56-69241F26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61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저장소 오류 주입</a:t>
            </a:r>
          </a:p>
        </p:txBody>
      </p:sp>
      <p:sp>
        <p:nvSpPr>
          <p:cNvPr id="43" name="cell-6-0">
            <a:extLst xmlns:a="http://schemas.openxmlformats.org/drawingml/2006/main">
              <a:ext uri="{FF2B5EF4-FFF2-40B4-BE49-F238E27FC236}">
                <a16:creationId xmlns:a16="http://schemas.microsoft.com/office/drawing/2014/main" id="{69216250-4A6B-4468-9721-87960C29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140AD6D1-27C4-4935-9388-C6548F9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비상정지</a:t>
            </a:r>
          </a:p>
        </p:txBody>
      </p:sp>
      <p:sp>
        <p:nvSpPr>
          <p:cNvPr id="45" name="cell-6-1">
            <a:extLst xmlns:a="http://schemas.openxmlformats.org/drawingml/2006/main">
              <a:ext uri="{FF2B5EF4-FFF2-40B4-BE49-F238E27FC236}">
                <a16:creationId xmlns:a16="http://schemas.microsoft.com/office/drawing/2014/main" id="{3E67AFD7-E8A9-4E5B-A1C9-287863A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90EDD593-26E7-4F09-88CA-1E54A396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9575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모든 자동 명령 중단</a:t>
            </a:r>
          </a:p>
        </p:txBody>
      </p:sp>
      <p:sp>
        <p:nvSpPr>
          <p:cNvPr id="47" name="cell-6-2">
            <a:extLst xmlns:a="http://schemas.openxmlformats.org/drawingml/2006/main">
              <a:ext uri="{FF2B5EF4-FFF2-40B4-BE49-F238E27FC236}">
                <a16:creationId xmlns:a16="http://schemas.microsoft.com/office/drawing/2014/main" id="{0CC72A82-54B1-444F-9498-30910100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52900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15DFB57C-A5C3-4B30-A19D-6D434C5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9575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E-Stop 입력 및 복구 절차</a:t>
            </a:r>
          </a:p>
        </p:txBody>
      </p:sp>
    </p:spTree>
    <p:extLst>
      <p:ext uri="{BB962C8B-B14F-4D97-AF65-F5344CB8AC3E}">
        <p14:creationId xmlns:p14="http://schemas.microsoft.com/office/powerpoint/2010/main" val="4476722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C593CB8-8C1B-4EE1-AAB8-F179693E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IV. 안전/검증</a:t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F89FA114-E3AE-458B-9CE9-6681F33B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D8E1D5C0-3BE6-4A0E-94C1-C6B2B3A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09AF0-0B21-4A20-B204-8DF5A835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8. 수행 일정 및 산출물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18DE35-0993-4745-B882-19DC366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11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0FBEF4F9-7144-4063-B499-F49F1A5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906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2E184E43-D261-4FCC-A497-843B644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C7D84345-8C05-4CC6-AD78-C6AC647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BBC450E4-FEC3-4A12-9C7A-FEFA7387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123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1DBABC4-17E3-4FF5-B5BB-A140A58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906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주요 작업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686BA795-030C-46A2-AF19-EB7D118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FF1F01E7-477A-4BEE-8F23-CED44AE4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1906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cell-0-3">
            <a:extLst xmlns:a="http://schemas.openxmlformats.org/drawingml/2006/main">
              <a:ext uri="{FF2B5EF4-FFF2-40B4-BE49-F238E27FC236}">
                <a16:creationId xmlns:a16="http://schemas.microsoft.com/office/drawing/2014/main" id="{62CDE775-355B-4F7D-B708-A0AA19ED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3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BD5637F7-2B02-40AA-82CD-5BA3168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906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검토 기준</a:t>
            </a:r>
          </a:p>
        </p:txBody>
      </p:sp>
      <p:sp>
        <p:nvSpPr>
          <p:cNvPr id="15" name="cell-0-4">
            <a:extLst xmlns:a="http://schemas.openxmlformats.org/drawingml/2006/main">
              <a:ext uri="{FF2B5EF4-FFF2-40B4-BE49-F238E27FC236}">
                <a16:creationId xmlns:a16="http://schemas.microsoft.com/office/drawing/2014/main" id="{9C1E9796-153E-4358-914D-57E9AD5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1239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73E7816E-D280-4C7D-83CB-44EC554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1906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7" name="cell-1-0">
            <a:extLst xmlns:a="http://schemas.openxmlformats.org/drawingml/2006/main">
              <a:ext uri="{FF2B5EF4-FFF2-40B4-BE49-F238E27FC236}">
                <a16:creationId xmlns:a16="http://schemas.microsoft.com/office/drawing/2014/main" id="{2A71BC8F-A525-4F28-84B8-F9AEF3C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05A59E22-D99B-438F-BC88-EF508C8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1CD33225-E898-4595-899D-65748FC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BA3E80E2-9846-4F1A-97DA-EB219536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52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요구사항 확정</a:t>
            </a:r>
          </a:p>
        </p:txBody>
      </p:sp>
      <p:sp>
        <p:nvSpPr>
          <p:cNvPr id="21" name="cell-1-2">
            <a:extLst xmlns:a="http://schemas.openxmlformats.org/drawingml/2006/main">
              <a:ext uri="{FF2B5EF4-FFF2-40B4-BE49-F238E27FC236}">
                <a16:creationId xmlns:a16="http://schemas.microsoft.com/office/drawing/2014/main" id="{295A5C20-4F97-422F-80E8-699817F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85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CC7A416A-2744-4B21-940A-04E5D106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52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요구사항 정의서</a:t>
            </a:r>
          </a:p>
        </p:txBody>
      </p:sp>
      <p:sp>
        <p:nvSpPr>
          <p:cNvPr id="23" name="cell-1-3">
            <a:extLst xmlns:a="http://schemas.openxmlformats.org/drawingml/2006/main">
              <a:ext uri="{FF2B5EF4-FFF2-40B4-BE49-F238E27FC236}">
                <a16:creationId xmlns:a16="http://schemas.microsoft.com/office/drawing/2014/main" id="{D707BFCD-3E0E-4997-A704-C449BACA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85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E4F3E1D0-1E23-4F6F-8302-D06E4E54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52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주관사 확인</a:t>
            </a:r>
          </a:p>
        </p:txBody>
      </p:sp>
      <p:sp>
        <p:nvSpPr>
          <p:cNvPr id="25" name="cell-1-4">
            <a:extLst xmlns:a="http://schemas.openxmlformats.org/drawingml/2006/main">
              <a:ext uri="{FF2B5EF4-FFF2-40B4-BE49-F238E27FC236}">
                <a16:creationId xmlns:a16="http://schemas.microsoft.com/office/drawing/2014/main" id="{B0AF50DB-DD49-4CD9-9430-094B0AE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859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686AE9BC-E3DD-472E-A67C-849CDE88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525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cell-2-0">
            <a:extLst xmlns:a="http://schemas.openxmlformats.org/drawingml/2006/main">
              <a:ext uri="{FF2B5EF4-FFF2-40B4-BE49-F238E27FC236}">
                <a16:creationId xmlns:a16="http://schemas.microsoft.com/office/drawing/2014/main" id="{4005DAD8-8609-4F71-82FB-929B407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823E5487-B540-4892-A26B-670FB4FB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cell-2-1">
            <a:extLst xmlns:a="http://schemas.openxmlformats.org/drawingml/2006/main">
              <a:ext uri="{FF2B5EF4-FFF2-40B4-BE49-F238E27FC236}">
                <a16:creationId xmlns:a16="http://schemas.microsoft.com/office/drawing/2014/main" id="{59D0810A-0FDC-4126-88F9-707046ED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19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1F4AF967-A14D-448B-B805-9983035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859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장비 사양 확정</a:t>
            </a:r>
          </a:p>
        </p:txBody>
      </p:sp>
      <p:sp>
        <p:nvSpPr>
          <p:cNvPr id="31" name="cell-2-2">
            <a:extLst xmlns:a="http://schemas.openxmlformats.org/drawingml/2006/main">
              <a:ext uri="{FF2B5EF4-FFF2-40B4-BE49-F238E27FC236}">
                <a16:creationId xmlns:a16="http://schemas.microsoft.com/office/drawing/2014/main" id="{6A8FC363-7A88-400C-BDAD-4A8879E3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D5F7EA1E-0ABC-4C68-803B-1B50A19B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859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사양표/도면</a:t>
            </a:r>
          </a:p>
        </p:txBody>
      </p:sp>
      <p:sp>
        <p:nvSpPr>
          <p:cNvPr id="33" name="cell-2-3">
            <a:extLst xmlns:a="http://schemas.openxmlformats.org/drawingml/2006/main">
              <a:ext uri="{FF2B5EF4-FFF2-40B4-BE49-F238E27FC236}">
                <a16:creationId xmlns:a16="http://schemas.microsoft.com/office/drawing/2014/main" id="{F6C5B654-E5F8-4610-9C7B-EADE603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19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72E18FBF-0E40-429A-B426-C0192E7E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859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모델명/입출력</a:t>
            </a:r>
          </a:p>
        </p:txBody>
      </p:sp>
      <p:sp>
        <p:nvSpPr>
          <p:cNvPr id="35" name="cell-2-4">
            <a:extLst xmlns:a="http://schemas.openxmlformats.org/drawingml/2006/main">
              <a:ext uri="{FF2B5EF4-FFF2-40B4-BE49-F238E27FC236}">
                <a16:creationId xmlns:a16="http://schemas.microsoft.com/office/drawing/2014/main" id="{396946E4-A010-4E5E-9E4F-0ED4BA4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F92371ED-F968-4AF0-A29A-B7991FD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859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cell-3-0">
            <a:extLst xmlns:a="http://schemas.openxmlformats.org/drawingml/2006/main">
              <a:ext uri="{FF2B5EF4-FFF2-40B4-BE49-F238E27FC236}">
                <a16:creationId xmlns:a16="http://schemas.microsoft.com/office/drawing/2014/main" id="{32F0B974-6417-4ACC-9BD8-0195C66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7A118CE6-C336-4A9F-BF0F-5DD441BC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cell-3-1">
            <a:extLst xmlns:a="http://schemas.openxmlformats.org/drawingml/2006/main">
              <a:ext uri="{FF2B5EF4-FFF2-40B4-BE49-F238E27FC236}">
                <a16:creationId xmlns:a16="http://schemas.microsoft.com/office/drawing/2014/main" id="{20D443CC-8217-4606-84E9-1CB8EAED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52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71FE13EE-6F52-4F31-A60C-B15FC1E9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193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설계</a:t>
            </a:r>
          </a:p>
        </p:txBody>
      </p:sp>
      <p:sp>
        <p:nvSpPr>
          <p:cNvPr id="41" name="cell-3-2">
            <a:extLst xmlns:a="http://schemas.openxmlformats.org/drawingml/2006/main">
              <a:ext uri="{FF2B5EF4-FFF2-40B4-BE49-F238E27FC236}">
                <a16:creationId xmlns:a16="http://schemas.microsoft.com/office/drawing/2014/main" id="{1A8910BA-E464-49D4-BF72-D81F4794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897A35A6-637E-4134-83F1-FD4048E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시스템 구성도/절차서</a:t>
            </a:r>
          </a:p>
        </p:txBody>
      </p:sp>
      <p:sp>
        <p:nvSpPr>
          <p:cNvPr id="43" name="cell-3-3">
            <a:extLst xmlns:a="http://schemas.openxmlformats.org/drawingml/2006/main">
              <a:ext uri="{FF2B5EF4-FFF2-40B4-BE49-F238E27FC236}">
                <a16:creationId xmlns:a16="http://schemas.microsoft.com/office/drawing/2014/main" id="{6A042A3E-B4DB-43F3-A187-E194C1B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1A139F10-1353-4CE1-937C-66CA8893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193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인터락 반영</a:t>
            </a:r>
          </a:p>
        </p:txBody>
      </p:sp>
      <p:sp>
        <p:nvSpPr>
          <p:cNvPr id="45" name="cell-3-4">
            <a:extLst xmlns:a="http://schemas.openxmlformats.org/drawingml/2006/main">
              <a:ext uri="{FF2B5EF4-FFF2-40B4-BE49-F238E27FC236}">
                <a16:creationId xmlns:a16="http://schemas.microsoft.com/office/drawing/2014/main" id="{7643B604-BA67-4F7C-A166-E64E043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3-4">
            <a:extLst xmlns:a="http://schemas.openxmlformats.org/drawingml/2006/main">
              <a:ext uri="{FF2B5EF4-FFF2-40B4-BE49-F238E27FC236}">
                <a16:creationId xmlns:a16="http://schemas.microsoft.com/office/drawing/2014/main" id="{A1171D3F-2D1E-4441-B226-4A40D240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193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cell-4-0">
            <a:extLst xmlns:a="http://schemas.openxmlformats.org/drawingml/2006/main">
              <a:ext uri="{FF2B5EF4-FFF2-40B4-BE49-F238E27FC236}">
                <a16:creationId xmlns:a16="http://schemas.microsoft.com/office/drawing/2014/main" id="{122CEFF9-B15E-4929-8637-FC41D996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72E5CE25-282D-4067-88AB-1CAD2BBB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9" name="cell-4-1">
            <a:extLst xmlns:a="http://schemas.openxmlformats.org/drawingml/2006/main">
              <a:ext uri="{FF2B5EF4-FFF2-40B4-BE49-F238E27FC236}">
                <a16:creationId xmlns:a16="http://schemas.microsoft.com/office/drawing/2014/main" id="{5C2DBB28-0F90-4CDA-BDE8-9B47C95F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86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0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27FFE8E2-C165-4228-B767-CE885E8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527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개발</a:t>
            </a:r>
          </a:p>
        </p:txBody>
      </p:sp>
      <p:sp>
        <p:nvSpPr>
          <p:cNvPr id="51" name="cell-4-2">
            <a:extLst xmlns:a="http://schemas.openxmlformats.org/drawingml/2006/main">
              <a:ext uri="{FF2B5EF4-FFF2-40B4-BE49-F238E27FC236}">
                <a16:creationId xmlns:a16="http://schemas.microsoft.com/office/drawing/2014/main" id="{45A01BF8-23A5-43CF-B881-4A20B02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2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771109A1-F434-4BF1-9F13-6EDA92B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527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제어 SW/데이터 모듈</a:t>
            </a:r>
          </a:p>
        </p:txBody>
      </p:sp>
      <p:sp>
        <p:nvSpPr>
          <p:cNvPr id="53" name="cell-4-3">
            <a:extLst xmlns:a="http://schemas.openxmlformats.org/drawingml/2006/main">
              <a:ext uri="{FF2B5EF4-FFF2-40B4-BE49-F238E27FC236}">
                <a16:creationId xmlns:a16="http://schemas.microsoft.com/office/drawing/2014/main" id="{2452DC08-7788-4028-98BA-257BEF7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4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55CB89D3-EA4B-41D3-B99D-9107174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527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시뮬레이션 통과</a:t>
            </a:r>
          </a:p>
        </p:txBody>
      </p:sp>
      <p:sp>
        <p:nvSpPr>
          <p:cNvPr id="55" name="cell-4-4">
            <a:extLst xmlns:a="http://schemas.openxmlformats.org/drawingml/2006/main">
              <a:ext uri="{FF2B5EF4-FFF2-40B4-BE49-F238E27FC236}">
                <a16:creationId xmlns:a16="http://schemas.microsoft.com/office/drawing/2014/main" id="{85FBBABC-7DFF-439F-9856-B3C0375D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6" name="cell-text-4-4">
            <a:extLst xmlns:a="http://schemas.openxmlformats.org/drawingml/2006/main">
              <a:ext uri="{FF2B5EF4-FFF2-40B4-BE49-F238E27FC236}">
                <a16:creationId xmlns:a16="http://schemas.microsoft.com/office/drawing/2014/main" id="{B4A24C33-41EA-4B1F-8852-60641CE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527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cell-5-0">
            <a:extLst xmlns:a="http://schemas.openxmlformats.org/drawingml/2006/main">
              <a:ext uri="{FF2B5EF4-FFF2-40B4-BE49-F238E27FC236}">
                <a16:creationId xmlns:a16="http://schemas.microsoft.com/office/drawing/2014/main" id="{873FEEA4-5784-4A39-AD72-1CCED441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FCCE200A-9138-4966-B205-9C5F647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9" name="cell-5-1">
            <a:extLst xmlns:a="http://schemas.openxmlformats.org/drawingml/2006/main">
              <a:ext uri="{FF2B5EF4-FFF2-40B4-BE49-F238E27FC236}">
                <a16:creationId xmlns:a16="http://schemas.microsoft.com/office/drawing/2014/main" id="{56D6FA2E-5AC8-4EDC-9829-140CE919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19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FD722E69-BFF9-415E-9907-5BAA9FF2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861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통합</a:t>
            </a:r>
          </a:p>
        </p:txBody>
      </p:sp>
      <p:sp>
        <p:nvSpPr>
          <p:cNvPr id="61" name="cell-5-2">
            <a:extLst xmlns:a="http://schemas.openxmlformats.org/drawingml/2006/main">
              <a:ext uri="{FF2B5EF4-FFF2-40B4-BE49-F238E27FC236}">
                <a16:creationId xmlns:a16="http://schemas.microsoft.com/office/drawing/2014/main" id="{A4D6F1BE-3A18-42A1-9250-AECB94E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3B9E26CE-D676-4ED0-8300-254D9E3B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861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통합 테스트 결과</a:t>
            </a:r>
          </a:p>
        </p:txBody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8953ACCB-93CD-479C-A4F9-E2E1E8C6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4" name="cell-text-5-3">
            <a:extLst xmlns:a="http://schemas.openxmlformats.org/drawingml/2006/main">
              <a:ext uri="{FF2B5EF4-FFF2-40B4-BE49-F238E27FC236}">
                <a16:creationId xmlns:a16="http://schemas.microsoft.com/office/drawing/2014/main" id="{7F7FBB25-51F5-43C5-BD77-2695F112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861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장비 연동</a:t>
            </a:r>
          </a:p>
        </p:txBody>
      </p:sp>
      <p:sp>
        <p:nvSpPr>
          <p:cNvPr id="65" name="cell-5-4">
            <a:extLst xmlns:a="http://schemas.openxmlformats.org/drawingml/2006/main">
              <a:ext uri="{FF2B5EF4-FFF2-40B4-BE49-F238E27FC236}">
                <a16:creationId xmlns:a16="http://schemas.microsoft.com/office/drawing/2014/main" id="{3EE4303E-175C-4F5B-AF97-FC78FAB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195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6" name="cell-text-5-4">
            <a:extLst xmlns:a="http://schemas.openxmlformats.org/drawingml/2006/main">
              <a:ext uri="{FF2B5EF4-FFF2-40B4-BE49-F238E27FC236}">
                <a16:creationId xmlns:a16="http://schemas.microsoft.com/office/drawing/2014/main" id="{34DDBF1F-9349-4829-A5BD-B3E56199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861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cell-6-0">
            <a:extLst xmlns:a="http://schemas.openxmlformats.org/drawingml/2006/main">
              <a:ext uri="{FF2B5EF4-FFF2-40B4-BE49-F238E27FC236}">
                <a16:creationId xmlns:a16="http://schemas.microsoft.com/office/drawing/2014/main" id="{760AF0B4-68C2-4E16-9723-282AD53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8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83E2C197-1C53-4F32-AC24-4056FE69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AA61C49E-AEEF-4325-9482-6330F59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52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0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D6ACAE01-C114-44F6-B32F-01D14BBE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9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71" name="cell-6-2">
            <a:extLst xmlns:a="http://schemas.openxmlformats.org/drawingml/2006/main">
              <a:ext uri="{FF2B5EF4-FFF2-40B4-BE49-F238E27FC236}">
                <a16:creationId xmlns:a16="http://schemas.microsoft.com/office/drawing/2014/main" id="{6E21E28D-BB1C-4542-ADC8-F64CEE00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2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01DBB1EC-A65A-4111-B02E-9C433BD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검증 보고서</a:t>
            </a:r>
          </a:p>
        </p:txBody>
      </p:sp>
      <p:sp>
        <p:nvSpPr>
          <p:cNvPr id="73" name="cell-6-3">
            <a:extLst xmlns:a="http://schemas.openxmlformats.org/drawingml/2006/main">
              <a:ext uri="{FF2B5EF4-FFF2-40B4-BE49-F238E27FC236}">
                <a16:creationId xmlns:a16="http://schemas.microsoft.com/office/drawing/2014/main" id="{9EFDE7D1-872A-44FD-A1FF-1D321B6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4" name="cell-text-6-3">
            <a:extLst xmlns:a="http://schemas.openxmlformats.org/drawingml/2006/main">
              <a:ext uri="{FF2B5EF4-FFF2-40B4-BE49-F238E27FC236}">
                <a16:creationId xmlns:a16="http://schemas.microsoft.com/office/drawing/2014/main" id="{1DF43A30-762A-43FD-A0A5-C70AC9AC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195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안전/품질 기준</a:t>
            </a:r>
          </a:p>
        </p:txBody>
      </p:sp>
      <p:sp>
        <p:nvSpPr>
          <p:cNvPr id="75" name="cell-6-4">
            <a:extLst xmlns:a="http://schemas.openxmlformats.org/drawingml/2006/main">
              <a:ext uri="{FF2B5EF4-FFF2-40B4-BE49-F238E27FC236}">
                <a16:creationId xmlns:a16="http://schemas.microsoft.com/office/drawing/2014/main" id="{67D9F386-902A-4EC6-8599-77BAFAD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529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6" name="cell-text-6-4">
            <a:extLst xmlns:a="http://schemas.openxmlformats.org/drawingml/2006/main">
              <a:ext uri="{FF2B5EF4-FFF2-40B4-BE49-F238E27FC236}">
                <a16:creationId xmlns:a16="http://schemas.microsoft.com/office/drawing/2014/main" id="{346DFE71-67A3-4E6D-904A-1692034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95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689537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A0D2F55-09D0-49D7-A137-347A520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header-line">
            <a:extLst xmlns:a="http://schemas.openxmlformats.org/drawingml/2006/main">
              <a:ext uri="{FF2B5EF4-FFF2-40B4-BE49-F238E27FC236}">
                <a16:creationId xmlns:a16="http://schemas.microsoft.com/office/drawing/2014/main" id="{31BEFF40-C430-40FE-B93B-D80887B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"/>
            <a:ext cx="8667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" name="studio">
            <a:extLst xmlns:a="http://schemas.openxmlformats.org/drawingml/2006/main">
              <a:ext uri="{FF2B5EF4-FFF2-40B4-BE49-F238E27FC236}">
                <a16:creationId xmlns:a16="http://schemas.microsoft.com/office/drawing/2014/main" id="{BA7C050E-0EF2-47EA-BEC8-128E048D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70C0"/>
                </a:solidFill>
                <a:latin typeface="Malgun Gothic"/>
                <a:ea typeface="Malgun Gothic"/>
                <a:cs typeface="Malgun Gothic"/>
              </a:rPr>
              <a:t>Studio 3S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52F129-6934-4DA6-B0D9-444A71B6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부록. 이슈 및 확인사항 관리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142B1E-8064-486E-8B19-39CB6D1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12</a:t>
            </a:r>
          </a:p>
        </p:txBody>
      </p:sp>
      <p:sp>
        <p:nvSpPr>
          <p:cNvPr id="6" name="table-outline">
            <a:extLst xmlns:a="http://schemas.openxmlformats.org/drawingml/2006/main">
              <a:ext uri="{FF2B5EF4-FFF2-40B4-BE49-F238E27FC236}">
                <a16:creationId xmlns:a16="http://schemas.microsoft.com/office/drawing/2014/main" id="{CFB3A052-1AFE-4BB4-B455-029786D4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8585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" name="cell-0-0">
            <a:extLst xmlns:a="http://schemas.openxmlformats.org/drawingml/2006/main">
              <a:ext uri="{FF2B5EF4-FFF2-40B4-BE49-F238E27FC236}">
                <a16:creationId xmlns:a16="http://schemas.microsoft.com/office/drawing/2014/main" id="{CA5B7490-37CA-4E99-A0A5-D1F32665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64953E88-9F56-493D-9D99-268F10C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ID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5EC0F4CE-C787-4B48-9615-A3E8113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906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F7D25E66-6893-4062-B17A-95365C4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572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등록일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CBDFB9F3-D355-4919-8AB3-38AB9175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9906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162D986D-30E1-4129-9905-29ADE3A9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572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이슈 / 확인사항</a:t>
            </a:r>
          </a:p>
        </p:txBody>
      </p:sp>
      <p:sp>
        <p:nvSpPr>
          <p:cNvPr id="13" name="cell-0-3">
            <a:extLst xmlns:a="http://schemas.openxmlformats.org/drawingml/2006/main">
              <a:ext uri="{FF2B5EF4-FFF2-40B4-BE49-F238E27FC236}">
                <a16:creationId xmlns:a16="http://schemas.microsoft.com/office/drawing/2014/main" id="{23424254-C419-468F-AD8D-1B40811C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90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3DC57F68-86E3-4481-82B9-CE80238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572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cell-0-4">
            <a:extLst xmlns:a="http://schemas.openxmlformats.org/drawingml/2006/main">
              <a:ext uri="{FF2B5EF4-FFF2-40B4-BE49-F238E27FC236}">
                <a16:creationId xmlns:a16="http://schemas.microsoft.com/office/drawing/2014/main" id="{7303F6C7-BCDA-45A5-AFE8-0E1312F0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90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B6D54303-EE0C-4DDE-A62E-973514C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57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7" name="cell-1-0">
            <a:extLst xmlns:a="http://schemas.openxmlformats.org/drawingml/2006/main">
              <a:ext uri="{FF2B5EF4-FFF2-40B4-BE49-F238E27FC236}">
                <a16:creationId xmlns:a16="http://schemas.microsoft.com/office/drawing/2014/main" id="{186EA80E-9AC6-4A75-9EF9-CFF5A0E7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8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F4AC692D-423E-482B-98B8-F1195F5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ISS-001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F44738E0-771C-4C26-B880-D05BB860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0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6CA38C7B-EC28-42A4-B3E3-EA38177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YYYY-MM-DD</a:t>
            </a:r>
          </a:p>
        </p:txBody>
      </p:sp>
      <p:sp>
        <p:nvSpPr>
          <p:cNvPr id="21" name="cell-1-2">
            <a:extLst xmlns:a="http://schemas.openxmlformats.org/drawingml/2006/main">
              <a:ext uri="{FF2B5EF4-FFF2-40B4-BE49-F238E27FC236}">
                <a16:creationId xmlns:a16="http://schemas.microsoft.com/office/drawing/2014/main" id="{5C0DD841-D74A-4FF5-B08D-A5CFD8A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144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2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ED678556-5AEB-4439-84B9-99C70675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예: UT 스캐너 입출력 사양 확인 필요</a:t>
            </a:r>
          </a:p>
        </p:txBody>
      </p:sp>
      <p:sp>
        <p:nvSpPr>
          <p:cNvPr id="23" name="cell-1-3">
            <a:extLst xmlns:a="http://schemas.openxmlformats.org/drawingml/2006/main">
              <a:ext uri="{FF2B5EF4-FFF2-40B4-BE49-F238E27FC236}">
                <a16:creationId xmlns:a16="http://schemas.microsoft.com/office/drawing/2014/main" id="{B7476E43-FD36-483B-985A-48C2925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4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BADA7836-40DA-4366-B291-DC00A0D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25" name="cell-1-4">
            <a:extLst xmlns:a="http://schemas.openxmlformats.org/drawingml/2006/main">
              <a:ext uri="{FF2B5EF4-FFF2-40B4-BE49-F238E27FC236}">
                <a16:creationId xmlns:a16="http://schemas.microsoft.com/office/drawing/2014/main" id="{8B759389-1419-4C8F-96C5-AB44BD0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14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6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1BF01A56-2664-461B-87EB-DDDD4D4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81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7" name="cell-2-0">
            <a:extLst xmlns:a="http://schemas.openxmlformats.org/drawingml/2006/main">
              <a:ext uri="{FF2B5EF4-FFF2-40B4-BE49-F238E27FC236}">
                <a16:creationId xmlns:a16="http://schemas.microsoft.com/office/drawing/2014/main" id="{FBAF673A-F346-4829-8484-185F267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8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8B3245EA-C76E-4A82-97CC-A961C19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049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cell-2-1">
            <a:extLst xmlns:a="http://schemas.openxmlformats.org/drawingml/2006/main">
              <a:ext uri="{FF2B5EF4-FFF2-40B4-BE49-F238E27FC236}">
                <a16:creationId xmlns:a16="http://schemas.microsoft.com/office/drawing/2014/main" id="{C01D4902-18E0-416D-99A1-91789C29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383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0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6B7A183F-6548-4D62-A0B4-2925E10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049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ell-2-2">
            <a:extLst xmlns:a="http://schemas.openxmlformats.org/drawingml/2006/main">
              <a:ext uri="{FF2B5EF4-FFF2-40B4-BE49-F238E27FC236}">
                <a16:creationId xmlns:a16="http://schemas.microsoft.com/office/drawing/2014/main" id="{7F07C2C4-A501-4316-88EE-425560E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383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2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7E32DDD3-64A5-42E2-BD68-DED996F3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049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cell-2-3">
            <a:extLst xmlns:a="http://schemas.openxmlformats.org/drawingml/2006/main">
              <a:ext uri="{FF2B5EF4-FFF2-40B4-BE49-F238E27FC236}">
                <a16:creationId xmlns:a16="http://schemas.microsoft.com/office/drawing/2014/main" id="{8592D5CF-7DB5-4224-BF9F-CACB20F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4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52EB89A5-23DB-41F7-8241-212EEF2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049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cell-2-4">
            <a:extLst xmlns:a="http://schemas.openxmlformats.org/drawingml/2006/main">
              <a:ext uri="{FF2B5EF4-FFF2-40B4-BE49-F238E27FC236}">
                <a16:creationId xmlns:a16="http://schemas.microsoft.com/office/drawing/2014/main" id="{9B7D1ED9-9273-4703-91E2-9DFBA17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38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6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4625DC5D-35BE-464A-B56F-2749FFD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049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cell-3-0">
            <a:extLst xmlns:a="http://schemas.openxmlformats.org/drawingml/2006/main">
              <a:ext uri="{FF2B5EF4-FFF2-40B4-BE49-F238E27FC236}">
                <a16:creationId xmlns:a16="http://schemas.microsoft.com/office/drawing/2014/main" id="{9D2E16B2-39CC-47D0-8902-4AD7D59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8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78A08712-6DA3-42A6-A39E-0C77A02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cell-3-1">
            <a:extLst xmlns:a="http://schemas.openxmlformats.org/drawingml/2006/main">
              <a:ext uri="{FF2B5EF4-FFF2-40B4-BE49-F238E27FC236}">
                <a16:creationId xmlns:a16="http://schemas.microsoft.com/office/drawing/2014/main" id="{183D2285-6501-4017-B4C3-FD7DF815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0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53530749-4867-4614-A4BF-FE84055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88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cell-3-2">
            <a:extLst xmlns:a="http://schemas.openxmlformats.org/drawingml/2006/main">
              <a:ext uri="{FF2B5EF4-FFF2-40B4-BE49-F238E27FC236}">
                <a16:creationId xmlns:a16="http://schemas.microsoft.com/office/drawing/2014/main" id="{44D9AE87-27D3-4D40-AEDF-B3F6EF33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621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2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4ABD1669-60D5-4D27-B6D7-7CBF28DE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288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cell-3-3">
            <a:extLst xmlns:a="http://schemas.openxmlformats.org/drawingml/2006/main">
              <a:ext uri="{FF2B5EF4-FFF2-40B4-BE49-F238E27FC236}">
                <a16:creationId xmlns:a16="http://schemas.microsoft.com/office/drawing/2014/main" id="{5903FCB1-F7A2-46E7-9513-256254D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4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BCC30D06-9D4C-463B-8CD2-39A9730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cell-3-4">
            <a:extLst xmlns:a="http://schemas.openxmlformats.org/drawingml/2006/main">
              <a:ext uri="{FF2B5EF4-FFF2-40B4-BE49-F238E27FC236}">
                <a16:creationId xmlns:a16="http://schemas.microsoft.com/office/drawing/2014/main" id="{97B6676E-7EDA-40BB-ACE3-31B90DD3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6" name="cell-text-3-4">
            <a:extLst xmlns:a="http://schemas.openxmlformats.org/drawingml/2006/main">
              <a:ext uri="{FF2B5EF4-FFF2-40B4-BE49-F238E27FC236}">
                <a16:creationId xmlns:a16="http://schemas.microsoft.com/office/drawing/2014/main" id="{0D7C618F-5521-4FD2-B690-E8F2CD1A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28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cell-4-0">
            <a:extLst xmlns:a="http://schemas.openxmlformats.org/drawingml/2006/main">
              <a:ext uri="{FF2B5EF4-FFF2-40B4-BE49-F238E27FC236}">
                <a16:creationId xmlns:a16="http://schemas.microsoft.com/office/drawing/2014/main" id="{03B7A21F-8C57-4787-87EA-306C856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8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A271303B-2610-4836-8FFC-A5189CE1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cell-4-1">
            <a:extLst xmlns:a="http://schemas.openxmlformats.org/drawingml/2006/main">
              <a:ext uri="{FF2B5EF4-FFF2-40B4-BE49-F238E27FC236}">
                <a16:creationId xmlns:a16="http://schemas.microsoft.com/office/drawing/2014/main" id="{7E2657B2-A89E-44CC-AABD-8BC9F45B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0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C263C220-6A28-468E-BFF1-CBAB131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526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cell-4-2">
            <a:extLst xmlns:a="http://schemas.openxmlformats.org/drawingml/2006/main">
              <a:ext uri="{FF2B5EF4-FFF2-40B4-BE49-F238E27FC236}">
                <a16:creationId xmlns:a16="http://schemas.microsoft.com/office/drawing/2014/main" id="{9CE6B8D5-CF48-487C-BFB5-92AD3FC7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2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9B5D3767-F7A4-4EFF-AE03-893DBBC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526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cell-4-3">
            <a:extLst xmlns:a="http://schemas.openxmlformats.org/drawingml/2006/main">
              <a:ext uri="{FF2B5EF4-FFF2-40B4-BE49-F238E27FC236}">
                <a16:creationId xmlns:a16="http://schemas.microsoft.com/office/drawing/2014/main" id="{E5BB8577-211A-4A1A-AAA1-321188E9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4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4B109DD1-A5B9-4F96-8EBB-EF72B29F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526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cell-4-4">
            <a:extLst xmlns:a="http://schemas.openxmlformats.org/drawingml/2006/main">
              <a:ext uri="{FF2B5EF4-FFF2-40B4-BE49-F238E27FC236}">
                <a16:creationId xmlns:a16="http://schemas.microsoft.com/office/drawing/2014/main" id="{8334B7C5-24F2-4CF6-8886-E166D7B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6" name="cell-text-4-4">
            <a:extLst xmlns:a="http://schemas.openxmlformats.org/drawingml/2006/main">
              <a:ext uri="{FF2B5EF4-FFF2-40B4-BE49-F238E27FC236}">
                <a16:creationId xmlns:a16="http://schemas.microsoft.com/office/drawing/2014/main" id="{F76D1633-F94F-4031-A491-9FCEBBED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52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cell-5-0">
            <a:extLst xmlns:a="http://schemas.openxmlformats.org/drawingml/2006/main">
              <a:ext uri="{FF2B5EF4-FFF2-40B4-BE49-F238E27FC236}">
                <a16:creationId xmlns:a16="http://schemas.microsoft.com/office/drawing/2014/main" id="{3F69495A-5667-4CC5-B31B-BECD6FE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58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21C9F567-35A5-43BD-A4DA-F0372767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7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cell-5-1">
            <a:extLst xmlns:a="http://schemas.openxmlformats.org/drawingml/2006/main">
              <a:ext uri="{FF2B5EF4-FFF2-40B4-BE49-F238E27FC236}">
                <a16:creationId xmlns:a16="http://schemas.microsoft.com/office/drawing/2014/main" id="{46E8E8C5-4A47-41FB-B098-0772A5D3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0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B341A55A-D177-4045-A30A-E9DBA99C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cell-5-2">
            <a:extLst xmlns:a="http://schemas.openxmlformats.org/drawingml/2006/main">
              <a:ext uri="{FF2B5EF4-FFF2-40B4-BE49-F238E27FC236}">
                <a16:creationId xmlns:a16="http://schemas.microsoft.com/office/drawing/2014/main" id="{7ABC6B8A-3AFD-44B0-AEB2-81238E9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98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2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10E3A403-3356-414F-8252-20C1623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0CAC4FFC-F163-4B2D-91BE-DF44271F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4" name="cell-text-5-3">
            <a:extLst xmlns:a="http://schemas.openxmlformats.org/drawingml/2006/main">
              <a:ext uri="{FF2B5EF4-FFF2-40B4-BE49-F238E27FC236}">
                <a16:creationId xmlns:a16="http://schemas.microsoft.com/office/drawing/2014/main" id="{A7712B3A-525C-4D34-A672-F12BEFF4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cell-5-4">
            <a:extLst xmlns:a="http://schemas.openxmlformats.org/drawingml/2006/main">
              <a:ext uri="{FF2B5EF4-FFF2-40B4-BE49-F238E27FC236}">
                <a16:creationId xmlns:a16="http://schemas.microsoft.com/office/drawing/2014/main" id="{46A2F556-F513-4203-B246-08FCDB26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6" name="cell-text-5-4">
            <a:extLst xmlns:a="http://schemas.openxmlformats.org/drawingml/2006/main">
              <a:ext uri="{FF2B5EF4-FFF2-40B4-BE49-F238E27FC236}">
                <a16:creationId xmlns:a16="http://schemas.microsoft.com/office/drawing/2014/main" id="{37835A0C-80A9-4183-9F9C-3CFC345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765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cell-6-0">
            <a:extLst xmlns:a="http://schemas.openxmlformats.org/drawingml/2006/main">
              <a:ext uri="{FF2B5EF4-FFF2-40B4-BE49-F238E27FC236}">
                <a16:creationId xmlns:a16="http://schemas.microsoft.com/office/drawing/2014/main" id="{D55A278F-507E-4612-A490-0C078DC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68" name="cell-text-6-0">
            <a:extLst xmlns:a="http://schemas.openxmlformats.org/drawingml/2006/main">
              <a:ext uri="{FF2B5EF4-FFF2-40B4-BE49-F238E27FC236}">
                <a16:creationId xmlns:a16="http://schemas.microsoft.com/office/drawing/2014/main" id="{5D76243A-36E1-4560-98DF-E05CCF8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FA52CC0C-FE28-41FC-9B53-0E3ECE4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0" name="cell-text-6-1">
            <a:extLst xmlns:a="http://schemas.openxmlformats.org/drawingml/2006/main">
              <a:ext uri="{FF2B5EF4-FFF2-40B4-BE49-F238E27FC236}">
                <a16:creationId xmlns:a16="http://schemas.microsoft.com/office/drawing/2014/main" id="{E541386E-9B28-49C8-A9D1-A909573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cell-6-2">
            <a:extLst xmlns:a="http://schemas.openxmlformats.org/drawingml/2006/main">
              <a:ext uri="{FF2B5EF4-FFF2-40B4-BE49-F238E27FC236}">
                <a16:creationId xmlns:a16="http://schemas.microsoft.com/office/drawing/2014/main" id="{33155A56-A0BB-4CFF-9726-D7A8D68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2" name="cell-text-6-2">
            <a:extLst xmlns:a="http://schemas.openxmlformats.org/drawingml/2006/main">
              <a:ext uri="{FF2B5EF4-FFF2-40B4-BE49-F238E27FC236}">
                <a16:creationId xmlns:a16="http://schemas.microsoft.com/office/drawing/2014/main" id="{DB49A30F-7CB9-4C32-9EA3-0C36C63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cell-6-3">
            <a:extLst xmlns:a="http://schemas.openxmlformats.org/drawingml/2006/main">
              <a:ext uri="{FF2B5EF4-FFF2-40B4-BE49-F238E27FC236}">
                <a16:creationId xmlns:a16="http://schemas.microsoft.com/office/drawing/2014/main" id="{AFF6B271-85BC-4DEF-888B-20B78F6F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4" name="cell-text-6-3">
            <a:extLst xmlns:a="http://schemas.openxmlformats.org/drawingml/2006/main">
              <a:ext uri="{FF2B5EF4-FFF2-40B4-BE49-F238E27FC236}">
                <a16:creationId xmlns:a16="http://schemas.microsoft.com/office/drawing/2014/main" id="{61249FEC-9A67-4026-953A-3CA4240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cell-6-4">
            <a:extLst xmlns:a="http://schemas.openxmlformats.org/drawingml/2006/main">
              <a:ext uri="{FF2B5EF4-FFF2-40B4-BE49-F238E27FC236}">
                <a16:creationId xmlns:a16="http://schemas.microsoft.com/office/drawing/2014/main" id="{D8511D80-B3B9-4796-9875-FDBA806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33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6" name="cell-text-6-4">
            <a:extLst xmlns:a="http://schemas.openxmlformats.org/drawingml/2006/main">
              <a:ext uri="{FF2B5EF4-FFF2-40B4-BE49-F238E27FC236}">
                <a16:creationId xmlns:a16="http://schemas.microsoft.com/office/drawing/2014/main" id="{D7ACCB8A-5193-4A05-96F9-4806566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03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cell-7-0">
            <a:extLst xmlns:a="http://schemas.openxmlformats.org/drawingml/2006/main">
              <a:ext uri="{FF2B5EF4-FFF2-40B4-BE49-F238E27FC236}">
                <a16:creationId xmlns:a16="http://schemas.microsoft.com/office/drawing/2014/main" id="{F4FFA807-5147-42EE-A266-7A62DC90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78" name="cell-text-7-0">
            <a:extLst xmlns:a="http://schemas.openxmlformats.org/drawingml/2006/main">
              <a:ext uri="{FF2B5EF4-FFF2-40B4-BE49-F238E27FC236}">
                <a16:creationId xmlns:a16="http://schemas.microsoft.com/office/drawing/2014/main" id="{AFF20075-F069-4696-9DDB-6730BAC1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242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cell-7-1">
            <a:extLst xmlns:a="http://schemas.openxmlformats.org/drawingml/2006/main">
              <a:ext uri="{FF2B5EF4-FFF2-40B4-BE49-F238E27FC236}">
                <a16:creationId xmlns:a16="http://schemas.microsoft.com/office/drawing/2014/main" id="{09C6A151-2504-4C36-9405-5603852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0" name="cell-text-7-1">
            <a:extLst xmlns:a="http://schemas.openxmlformats.org/drawingml/2006/main">
              <a:ext uri="{FF2B5EF4-FFF2-40B4-BE49-F238E27FC236}">
                <a16:creationId xmlns:a16="http://schemas.microsoft.com/office/drawing/2014/main" id="{895CB4BC-F630-4312-B68C-7C78118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cell-7-2">
            <a:extLst xmlns:a="http://schemas.openxmlformats.org/drawingml/2006/main">
              <a:ext uri="{FF2B5EF4-FFF2-40B4-BE49-F238E27FC236}">
                <a16:creationId xmlns:a16="http://schemas.microsoft.com/office/drawing/2014/main" id="{8C6D3A14-BF71-43AF-9A87-139B357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2" name="cell-text-7-2">
            <a:extLst xmlns:a="http://schemas.openxmlformats.org/drawingml/2006/main">
              <a:ext uri="{FF2B5EF4-FFF2-40B4-BE49-F238E27FC236}">
                <a16:creationId xmlns:a16="http://schemas.microsoft.com/office/drawing/2014/main" id="{00A1EA96-B6B0-456C-A442-C98DC6E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242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cell-7-3">
            <a:extLst xmlns:a="http://schemas.openxmlformats.org/drawingml/2006/main">
              <a:ext uri="{FF2B5EF4-FFF2-40B4-BE49-F238E27FC236}">
                <a16:creationId xmlns:a16="http://schemas.microsoft.com/office/drawing/2014/main" id="{94165D2D-7714-47DA-8FBA-5692FCC2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4" name="cell-text-7-3">
            <a:extLst xmlns:a="http://schemas.openxmlformats.org/drawingml/2006/main">
              <a:ext uri="{FF2B5EF4-FFF2-40B4-BE49-F238E27FC236}">
                <a16:creationId xmlns:a16="http://schemas.microsoft.com/office/drawing/2014/main" id="{6BEF54DC-D570-41D6-9E14-94BE527F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42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cell-7-4">
            <a:extLst xmlns:a="http://schemas.openxmlformats.org/drawingml/2006/main">
              <a:ext uri="{FF2B5EF4-FFF2-40B4-BE49-F238E27FC236}">
                <a16:creationId xmlns:a16="http://schemas.microsoft.com/office/drawing/2014/main" id="{111C4BDF-1714-43EE-BD3F-088782D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6" name="cell-text-7-4">
            <a:extLst xmlns:a="http://schemas.openxmlformats.org/drawingml/2006/main">
              <a:ext uri="{FF2B5EF4-FFF2-40B4-BE49-F238E27FC236}">
                <a16:creationId xmlns:a16="http://schemas.microsoft.com/office/drawing/2014/main" id="{6C34054A-7288-4671-98A0-59AD453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24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cell-8-0">
            <a:extLst xmlns:a="http://schemas.openxmlformats.org/drawingml/2006/main">
              <a:ext uri="{FF2B5EF4-FFF2-40B4-BE49-F238E27FC236}">
                <a16:creationId xmlns:a16="http://schemas.microsoft.com/office/drawing/2014/main" id="{D6C2BBF2-4CFB-4694-8150-B6C1D1F5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88" name="cell-text-8-0">
            <a:extLst xmlns:a="http://schemas.openxmlformats.org/drawingml/2006/main">
              <a:ext uri="{FF2B5EF4-FFF2-40B4-BE49-F238E27FC236}">
                <a16:creationId xmlns:a16="http://schemas.microsoft.com/office/drawing/2014/main" id="{E87A9B4E-223C-4BA0-8E37-EA298C4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48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cell-8-1">
            <a:extLst xmlns:a="http://schemas.openxmlformats.org/drawingml/2006/main">
              <a:ext uri="{FF2B5EF4-FFF2-40B4-BE49-F238E27FC236}">
                <a16:creationId xmlns:a16="http://schemas.microsoft.com/office/drawing/2014/main" id="{15D3603F-CA5A-4C76-A377-989627AE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0" name="cell-text-8-1">
            <a:extLst xmlns:a="http://schemas.openxmlformats.org/drawingml/2006/main">
              <a:ext uri="{FF2B5EF4-FFF2-40B4-BE49-F238E27FC236}">
                <a16:creationId xmlns:a16="http://schemas.microsoft.com/office/drawing/2014/main" id="{85276C0B-8235-4F7A-8770-9AD59E4B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cell-8-2">
            <a:extLst xmlns:a="http://schemas.openxmlformats.org/drawingml/2006/main">
              <a:ext uri="{FF2B5EF4-FFF2-40B4-BE49-F238E27FC236}">
                <a16:creationId xmlns:a16="http://schemas.microsoft.com/office/drawing/2014/main" id="{C5D21BCF-86AE-4D6A-8012-4E1ACC92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2" name="cell-text-8-2">
            <a:extLst xmlns:a="http://schemas.openxmlformats.org/drawingml/2006/main">
              <a:ext uri="{FF2B5EF4-FFF2-40B4-BE49-F238E27FC236}">
                <a16:creationId xmlns:a16="http://schemas.microsoft.com/office/drawing/2014/main" id="{8A091AF0-7619-45AD-8266-220E1158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480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cell-8-3">
            <a:extLst xmlns:a="http://schemas.openxmlformats.org/drawingml/2006/main">
              <a:ext uri="{FF2B5EF4-FFF2-40B4-BE49-F238E27FC236}">
                <a16:creationId xmlns:a16="http://schemas.microsoft.com/office/drawing/2014/main" id="{3FD156C8-1EC5-4169-ADEB-2AA7E9C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4" name="cell-text-8-3">
            <a:extLst xmlns:a="http://schemas.openxmlformats.org/drawingml/2006/main">
              <a:ext uri="{FF2B5EF4-FFF2-40B4-BE49-F238E27FC236}">
                <a16:creationId xmlns:a16="http://schemas.microsoft.com/office/drawing/2014/main" id="{CDE34A7C-F874-445D-BF08-D5C7AC98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cell-8-4">
            <a:extLst xmlns:a="http://schemas.openxmlformats.org/drawingml/2006/main">
              <a:ext uri="{FF2B5EF4-FFF2-40B4-BE49-F238E27FC236}">
                <a16:creationId xmlns:a16="http://schemas.microsoft.com/office/drawing/2014/main" id="{C26B367F-BBBA-4636-B5C5-A240EFE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6" name="cell-text-8-4">
            <a:extLst xmlns:a="http://schemas.openxmlformats.org/drawingml/2006/main">
              <a:ext uri="{FF2B5EF4-FFF2-40B4-BE49-F238E27FC236}">
                <a16:creationId xmlns:a16="http://schemas.microsoft.com/office/drawing/2014/main" id="{B6E0DC57-8267-44C5-9F5F-074420E0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cell-9-0">
            <a:extLst xmlns:a="http://schemas.openxmlformats.org/drawingml/2006/main">
              <a:ext uri="{FF2B5EF4-FFF2-40B4-BE49-F238E27FC236}">
                <a16:creationId xmlns:a16="http://schemas.microsoft.com/office/drawing/2014/main" id="{6E1D8C5A-0527-42A9-B927-6F681AE3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98" name="cell-text-9-0">
            <a:extLst xmlns:a="http://schemas.openxmlformats.org/drawingml/2006/main">
              <a:ext uri="{FF2B5EF4-FFF2-40B4-BE49-F238E27FC236}">
                <a16:creationId xmlns:a16="http://schemas.microsoft.com/office/drawing/2014/main" id="{0E1B42CC-D861-4E7E-887D-51087F1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19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cell-9-1">
            <a:extLst xmlns:a="http://schemas.openxmlformats.org/drawingml/2006/main">
              <a:ext uri="{FF2B5EF4-FFF2-40B4-BE49-F238E27FC236}">
                <a16:creationId xmlns:a16="http://schemas.microsoft.com/office/drawing/2014/main" id="{388374FD-C1EE-4F3B-9CD8-6166F7B2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0" name="cell-text-9-1">
            <a:extLst xmlns:a="http://schemas.openxmlformats.org/drawingml/2006/main">
              <a:ext uri="{FF2B5EF4-FFF2-40B4-BE49-F238E27FC236}">
                <a16:creationId xmlns:a16="http://schemas.microsoft.com/office/drawing/2014/main" id="{9045B95C-DC70-4C82-AB33-8887ACC5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cell-9-2">
            <a:extLst xmlns:a="http://schemas.openxmlformats.org/drawingml/2006/main">
              <a:ext uri="{FF2B5EF4-FFF2-40B4-BE49-F238E27FC236}">
                <a16:creationId xmlns:a16="http://schemas.microsoft.com/office/drawing/2014/main" id="{FB1B483B-71B7-428F-A796-6184E9DD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052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2" name="cell-text-9-2">
            <a:extLst xmlns:a="http://schemas.openxmlformats.org/drawingml/2006/main">
              <a:ext uri="{FF2B5EF4-FFF2-40B4-BE49-F238E27FC236}">
                <a16:creationId xmlns:a16="http://schemas.microsoft.com/office/drawing/2014/main" id="{33A6A000-ECC5-4CAC-BA80-1914C78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19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cell-9-3">
            <a:extLst xmlns:a="http://schemas.openxmlformats.org/drawingml/2006/main">
              <a:ext uri="{FF2B5EF4-FFF2-40B4-BE49-F238E27FC236}">
                <a16:creationId xmlns:a16="http://schemas.microsoft.com/office/drawing/2014/main" id="{44F9BD9C-D075-4060-BBB9-6384705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4" name="cell-text-9-3">
            <a:extLst xmlns:a="http://schemas.openxmlformats.org/drawingml/2006/main">
              <a:ext uri="{FF2B5EF4-FFF2-40B4-BE49-F238E27FC236}">
                <a16:creationId xmlns:a16="http://schemas.microsoft.com/office/drawing/2014/main" id="{FD6AFE1B-0E42-4E81-9E4D-F493480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719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cell-9-4">
            <a:extLst xmlns:a="http://schemas.openxmlformats.org/drawingml/2006/main">
              <a:ext uri="{FF2B5EF4-FFF2-40B4-BE49-F238E27FC236}">
                <a16:creationId xmlns:a16="http://schemas.microsoft.com/office/drawing/2014/main" id="{F5F6619D-408F-4226-8DDE-0F7D97A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6" name="cell-text-9-4">
            <a:extLst xmlns:a="http://schemas.openxmlformats.org/drawingml/2006/main">
              <a:ext uri="{FF2B5EF4-FFF2-40B4-BE49-F238E27FC236}">
                <a16:creationId xmlns:a16="http://schemas.microsoft.com/office/drawing/2014/main" id="{8DD29461-8CD5-46BE-B9FE-D02FDC2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719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cell-10-0">
            <a:extLst xmlns:a="http://schemas.openxmlformats.org/drawingml/2006/main">
              <a:ext uri="{FF2B5EF4-FFF2-40B4-BE49-F238E27FC236}">
                <a16:creationId xmlns:a16="http://schemas.microsoft.com/office/drawing/2014/main" id="{2AAB9DA8-D171-44AE-98EB-3571097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08" name="cell-text-10-0">
            <a:extLst xmlns:a="http://schemas.openxmlformats.org/drawingml/2006/main">
              <a:ext uri="{FF2B5EF4-FFF2-40B4-BE49-F238E27FC236}">
                <a16:creationId xmlns:a16="http://schemas.microsoft.com/office/drawing/2014/main" id="{E2367F52-DD46-48AA-9C4F-F9D5F02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95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cell-10-1">
            <a:extLst xmlns:a="http://schemas.openxmlformats.org/drawingml/2006/main">
              <a:ext uri="{FF2B5EF4-FFF2-40B4-BE49-F238E27FC236}">
                <a16:creationId xmlns:a16="http://schemas.microsoft.com/office/drawing/2014/main" id="{D06768A3-389E-44C4-BB69-0DD3359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0" name="cell-text-10-1">
            <a:extLst xmlns:a="http://schemas.openxmlformats.org/drawingml/2006/main">
              <a:ext uri="{FF2B5EF4-FFF2-40B4-BE49-F238E27FC236}">
                <a16:creationId xmlns:a16="http://schemas.microsoft.com/office/drawing/2014/main" id="{45365C3E-9181-496E-A46C-C47A89F8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cell-10-2">
            <a:extLst xmlns:a="http://schemas.openxmlformats.org/drawingml/2006/main">
              <a:ext uri="{FF2B5EF4-FFF2-40B4-BE49-F238E27FC236}">
                <a16:creationId xmlns:a16="http://schemas.microsoft.com/office/drawing/2014/main" id="{48E7FBDB-51BD-4898-A456-F858DDEF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2" name="cell-text-10-2">
            <a:extLst xmlns:a="http://schemas.openxmlformats.org/drawingml/2006/main">
              <a:ext uri="{FF2B5EF4-FFF2-40B4-BE49-F238E27FC236}">
                <a16:creationId xmlns:a16="http://schemas.microsoft.com/office/drawing/2014/main" id="{23448580-0786-468D-A9D5-74E929F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cell-10-3">
            <a:extLst xmlns:a="http://schemas.openxmlformats.org/drawingml/2006/main">
              <a:ext uri="{FF2B5EF4-FFF2-40B4-BE49-F238E27FC236}">
                <a16:creationId xmlns:a16="http://schemas.microsoft.com/office/drawing/2014/main" id="{000E45D1-BCF2-4760-8230-7FEE733F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4" name="cell-text-10-3">
            <a:extLst xmlns:a="http://schemas.openxmlformats.org/drawingml/2006/main">
              <a:ext uri="{FF2B5EF4-FFF2-40B4-BE49-F238E27FC236}">
                <a16:creationId xmlns:a16="http://schemas.microsoft.com/office/drawing/2014/main" id="{784EDC54-289C-49A7-BFCA-006AC3E5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957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cell-10-4">
            <a:extLst xmlns:a="http://schemas.openxmlformats.org/drawingml/2006/main">
              <a:ext uri="{FF2B5EF4-FFF2-40B4-BE49-F238E27FC236}">
                <a16:creationId xmlns:a16="http://schemas.microsoft.com/office/drawing/2014/main" id="{D8227DE6-53A1-4CB9-ADD5-515FE1C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29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6" name="cell-text-10-4">
            <a:extLst xmlns:a="http://schemas.openxmlformats.org/drawingml/2006/main">
              <a:ext uri="{FF2B5EF4-FFF2-40B4-BE49-F238E27FC236}">
                <a16:creationId xmlns:a16="http://schemas.microsoft.com/office/drawing/2014/main" id="{B2E669FC-2170-4114-9CD9-E5D436A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957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cell-11-0">
            <a:extLst xmlns:a="http://schemas.openxmlformats.org/drawingml/2006/main">
              <a:ext uri="{FF2B5EF4-FFF2-40B4-BE49-F238E27FC236}">
                <a16:creationId xmlns:a16="http://schemas.microsoft.com/office/drawing/2014/main" id="{D69321C8-8A57-441E-A064-8AB57200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18" name="cell-text-11-0">
            <a:extLst xmlns:a="http://schemas.openxmlformats.org/drawingml/2006/main">
              <a:ext uri="{FF2B5EF4-FFF2-40B4-BE49-F238E27FC236}">
                <a16:creationId xmlns:a16="http://schemas.microsoft.com/office/drawing/2014/main" id="{44986664-C370-41C4-9EB0-3BB3191B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96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cell-11-1">
            <a:extLst xmlns:a="http://schemas.openxmlformats.org/drawingml/2006/main">
              <a:ext uri="{FF2B5EF4-FFF2-40B4-BE49-F238E27FC236}">
                <a16:creationId xmlns:a16="http://schemas.microsoft.com/office/drawing/2014/main" id="{D94E0B2C-6009-4C71-81C7-6A743C16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0" name="cell-text-11-1">
            <a:extLst xmlns:a="http://schemas.openxmlformats.org/drawingml/2006/main">
              <a:ext uri="{FF2B5EF4-FFF2-40B4-BE49-F238E27FC236}">
                <a16:creationId xmlns:a16="http://schemas.microsoft.com/office/drawing/2014/main" id="{D594FD58-0D52-4350-B1E0-8EED954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cell-11-2">
            <a:extLst xmlns:a="http://schemas.openxmlformats.org/drawingml/2006/main">
              <a:ext uri="{FF2B5EF4-FFF2-40B4-BE49-F238E27FC236}">
                <a16:creationId xmlns:a16="http://schemas.microsoft.com/office/drawing/2014/main" id="{D2870204-E02B-48A7-AB26-4655D5A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529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2" name="cell-text-11-2">
            <a:extLst xmlns:a="http://schemas.openxmlformats.org/drawingml/2006/main">
              <a:ext uri="{FF2B5EF4-FFF2-40B4-BE49-F238E27FC236}">
                <a16:creationId xmlns:a16="http://schemas.microsoft.com/office/drawing/2014/main" id="{2263172E-36D9-4B46-A122-2B76781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cell-11-3">
            <a:extLst xmlns:a="http://schemas.openxmlformats.org/drawingml/2006/main">
              <a:ext uri="{FF2B5EF4-FFF2-40B4-BE49-F238E27FC236}">
                <a16:creationId xmlns:a16="http://schemas.microsoft.com/office/drawing/2014/main" id="{473B85FC-1533-4067-8305-578662B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4" name="cell-text-11-3">
            <a:extLst xmlns:a="http://schemas.openxmlformats.org/drawingml/2006/main">
              <a:ext uri="{FF2B5EF4-FFF2-40B4-BE49-F238E27FC236}">
                <a16:creationId xmlns:a16="http://schemas.microsoft.com/office/drawing/2014/main" id="{9CA4C8EA-A91C-4851-95FA-B7C14F4E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cell-11-4">
            <a:extLst xmlns:a="http://schemas.openxmlformats.org/drawingml/2006/main">
              <a:ext uri="{FF2B5EF4-FFF2-40B4-BE49-F238E27FC236}">
                <a16:creationId xmlns:a16="http://schemas.microsoft.com/office/drawing/2014/main" id="{76EE3A95-54AD-41DE-B3AE-6EDA827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52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6" name="cell-text-11-4">
            <a:extLst xmlns:a="http://schemas.openxmlformats.org/drawingml/2006/main">
              <a:ext uri="{FF2B5EF4-FFF2-40B4-BE49-F238E27FC236}">
                <a16:creationId xmlns:a16="http://schemas.microsoft.com/office/drawing/2014/main" id="{CA8655F5-4F78-4531-BE6B-D74F373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19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7" name="cell-12-0">
            <a:extLst xmlns:a="http://schemas.openxmlformats.org/drawingml/2006/main">
              <a:ext uri="{FF2B5EF4-FFF2-40B4-BE49-F238E27FC236}">
                <a16:creationId xmlns:a16="http://schemas.microsoft.com/office/drawing/2014/main" id="{D7A222A9-BF89-4170-B981-930A428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28" name="cell-text-12-0">
            <a:extLst xmlns:a="http://schemas.openxmlformats.org/drawingml/2006/main">
              <a:ext uri="{FF2B5EF4-FFF2-40B4-BE49-F238E27FC236}">
                <a16:creationId xmlns:a16="http://schemas.microsoft.com/office/drawing/2014/main" id="{1E3BC179-D62C-4BD5-ADE0-F76AB951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3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cell-12-1">
            <a:extLst xmlns:a="http://schemas.openxmlformats.org/drawingml/2006/main">
              <a:ext uri="{FF2B5EF4-FFF2-40B4-BE49-F238E27FC236}">
                <a16:creationId xmlns:a16="http://schemas.microsoft.com/office/drawing/2014/main" id="{CCF1AC39-1BC2-4B7D-A619-FA2828D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0" name="cell-text-12-1">
            <a:extLst xmlns:a="http://schemas.openxmlformats.org/drawingml/2006/main">
              <a:ext uri="{FF2B5EF4-FFF2-40B4-BE49-F238E27FC236}">
                <a16:creationId xmlns:a16="http://schemas.microsoft.com/office/drawing/2014/main" id="{904827F5-96C8-4BC1-8CD4-D29DE7D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434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cell-12-2">
            <a:extLst xmlns:a="http://schemas.openxmlformats.org/drawingml/2006/main">
              <a:ext uri="{FF2B5EF4-FFF2-40B4-BE49-F238E27FC236}">
                <a16:creationId xmlns:a16="http://schemas.microsoft.com/office/drawing/2014/main" id="{6DE9CE25-F5F3-49AF-8C60-A9AF3281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2" name="cell-text-12-2">
            <a:extLst xmlns:a="http://schemas.openxmlformats.org/drawingml/2006/main">
              <a:ext uri="{FF2B5EF4-FFF2-40B4-BE49-F238E27FC236}">
                <a16:creationId xmlns:a16="http://schemas.microsoft.com/office/drawing/2014/main" id="{9EFBDA89-CEB3-467C-92A2-80ACB51E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cell-12-3">
            <a:extLst xmlns:a="http://schemas.openxmlformats.org/drawingml/2006/main">
              <a:ext uri="{FF2B5EF4-FFF2-40B4-BE49-F238E27FC236}">
                <a16:creationId xmlns:a16="http://schemas.microsoft.com/office/drawing/2014/main" id="{FA466456-B55B-43E8-ACE6-8F28106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4" name="cell-text-12-3">
            <a:extLst xmlns:a="http://schemas.openxmlformats.org/drawingml/2006/main">
              <a:ext uri="{FF2B5EF4-FFF2-40B4-BE49-F238E27FC236}">
                <a16:creationId xmlns:a16="http://schemas.microsoft.com/office/drawing/2014/main" id="{2CB88EA1-7E0D-40C2-8E2F-AB9EE0A4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434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cell-12-4">
            <a:extLst xmlns:a="http://schemas.openxmlformats.org/drawingml/2006/main">
              <a:ext uri="{FF2B5EF4-FFF2-40B4-BE49-F238E27FC236}">
                <a16:creationId xmlns:a16="http://schemas.microsoft.com/office/drawing/2014/main" id="{17C1E418-574C-42CA-8B13-1CEB8568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6" name="cell-text-12-4">
            <a:extLst xmlns:a="http://schemas.openxmlformats.org/drawingml/2006/main">
              <a:ext uri="{FF2B5EF4-FFF2-40B4-BE49-F238E27FC236}">
                <a16:creationId xmlns:a16="http://schemas.microsoft.com/office/drawing/2014/main" id="{09C571A0-AD33-4723-A6FD-6166694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434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cell-13-0">
            <a:extLst xmlns:a="http://schemas.openxmlformats.org/drawingml/2006/main">
              <a:ext uri="{FF2B5EF4-FFF2-40B4-BE49-F238E27FC236}">
                <a16:creationId xmlns:a16="http://schemas.microsoft.com/office/drawing/2014/main" id="{1D613CE1-1E3A-4B21-998A-906CEFD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38" name="cell-text-13-0">
            <a:extLst xmlns:a="http://schemas.openxmlformats.org/drawingml/2006/main">
              <a:ext uri="{FF2B5EF4-FFF2-40B4-BE49-F238E27FC236}">
                <a16:creationId xmlns:a16="http://schemas.microsoft.com/office/drawing/2014/main" id="{5EA98E14-179C-4B9D-8C0F-44C5D5C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673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cell-13-1">
            <a:extLst xmlns:a="http://schemas.openxmlformats.org/drawingml/2006/main">
              <a:ext uri="{FF2B5EF4-FFF2-40B4-BE49-F238E27FC236}">
                <a16:creationId xmlns:a16="http://schemas.microsoft.com/office/drawing/2014/main" id="{4AA04B93-31AF-4186-B64F-105840C5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00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0" name="cell-text-13-1">
            <a:extLst xmlns:a="http://schemas.openxmlformats.org/drawingml/2006/main">
              <a:ext uri="{FF2B5EF4-FFF2-40B4-BE49-F238E27FC236}">
                <a16:creationId xmlns:a16="http://schemas.microsoft.com/office/drawing/2014/main" id="{3544431F-8A82-4804-9B41-872B8BB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673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cell-13-2">
            <a:extLst xmlns:a="http://schemas.openxmlformats.org/drawingml/2006/main">
              <a:ext uri="{FF2B5EF4-FFF2-40B4-BE49-F238E27FC236}">
                <a16:creationId xmlns:a16="http://schemas.microsoft.com/office/drawing/2014/main" id="{2C442691-673D-4D75-9AEB-3BCE34C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006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2" name="cell-text-13-2">
            <a:extLst xmlns:a="http://schemas.openxmlformats.org/drawingml/2006/main">
              <a:ext uri="{FF2B5EF4-FFF2-40B4-BE49-F238E27FC236}">
                <a16:creationId xmlns:a16="http://schemas.microsoft.com/office/drawing/2014/main" id="{BF83A45C-C55B-4804-819E-668207DA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cell-13-3">
            <a:extLst xmlns:a="http://schemas.openxmlformats.org/drawingml/2006/main">
              <a:ext uri="{FF2B5EF4-FFF2-40B4-BE49-F238E27FC236}">
                <a16:creationId xmlns:a16="http://schemas.microsoft.com/office/drawing/2014/main" id="{D558513D-F781-4659-8B9D-5EC1EDE3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4" name="cell-text-13-3">
            <a:extLst xmlns:a="http://schemas.openxmlformats.org/drawingml/2006/main">
              <a:ext uri="{FF2B5EF4-FFF2-40B4-BE49-F238E27FC236}">
                <a16:creationId xmlns:a16="http://schemas.microsoft.com/office/drawing/2014/main" id="{670854B3-2625-4B36-B90C-CD8C1C81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673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cell-13-4">
            <a:extLst xmlns:a="http://schemas.openxmlformats.org/drawingml/2006/main">
              <a:ext uri="{FF2B5EF4-FFF2-40B4-BE49-F238E27FC236}">
                <a16:creationId xmlns:a16="http://schemas.microsoft.com/office/drawing/2014/main" id="{DE788B24-FFA3-4D7A-834D-41EACEF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6" name="cell-text-13-4">
            <a:extLst xmlns:a="http://schemas.openxmlformats.org/drawingml/2006/main">
              <a:ext uri="{FF2B5EF4-FFF2-40B4-BE49-F238E27FC236}">
                <a16:creationId xmlns:a16="http://schemas.microsoft.com/office/drawing/2014/main" id="{9DED5669-5D50-40B0-B9FE-C83B74FC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673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cell-14-0">
            <a:extLst xmlns:a="http://schemas.openxmlformats.org/drawingml/2006/main">
              <a:ext uri="{FF2B5EF4-FFF2-40B4-BE49-F238E27FC236}">
                <a16:creationId xmlns:a16="http://schemas.microsoft.com/office/drawing/2014/main" id="{4F6A345E-F51F-403D-9636-19EB803F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48" name="cell-text-14-0">
            <a:extLst xmlns:a="http://schemas.openxmlformats.org/drawingml/2006/main">
              <a:ext uri="{FF2B5EF4-FFF2-40B4-BE49-F238E27FC236}">
                <a16:creationId xmlns:a16="http://schemas.microsoft.com/office/drawing/2014/main" id="{60768CBE-0A85-43AA-908F-85C8D53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91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9" name="cell-14-1">
            <a:extLst xmlns:a="http://schemas.openxmlformats.org/drawingml/2006/main">
              <a:ext uri="{FF2B5EF4-FFF2-40B4-BE49-F238E27FC236}">
                <a16:creationId xmlns:a16="http://schemas.microsoft.com/office/drawing/2014/main" id="{05B86630-10EC-4F4E-82A5-38583F1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0" name="cell-text-14-1">
            <a:extLst xmlns:a="http://schemas.openxmlformats.org/drawingml/2006/main">
              <a:ext uri="{FF2B5EF4-FFF2-40B4-BE49-F238E27FC236}">
                <a16:creationId xmlns:a16="http://schemas.microsoft.com/office/drawing/2014/main" id="{722CA380-252F-4112-9404-A90A25E3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91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cell-14-2">
            <a:extLst xmlns:a="http://schemas.openxmlformats.org/drawingml/2006/main">
              <a:ext uri="{FF2B5EF4-FFF2-40B4-BE49-F238E27FC236}">
                <a16:creationId xmlns:a16="http://schemas.microsoft.com/office/drawing/2014/main" id="{4FCC8345-7F97-4FFC-8775-B88A7B3B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2" name="cell-text-14-2">
            <a:extLst xmlns:a="http://schemas.openxmlformats.org/drawingml/2006/main">
              <a:ext uri="{FF2B5EF4-FFF2-40B4-BE49-F238E27FC236}">
                <a16:creationId xmlns:a16="http://schemas.microsoft.com/office/drawing/2014/main" id="{551ED8F0-4528-4947-BAE2-C2E4DB86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9117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cell-14-3">
            <a:extLst xmlns:a="http://schemas.openxmlformats.org/drawingml/2006/main">
              <a:ext uri="{FF2B5EF4-FFF2-40B4-BE49-F238E27FC236}">
                <a16:creationId xmlns:a16="http://schemas.microsoft.com/office/drawing/2014/main" id="{1830FFE3-FD88-4CB2-8EA5-2E98FE30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4" name="cell-text-14-3">
            <a:extLst xmlns:a="http://schemas.openxmlformats.org/drawingml/2006/main">
              <a:ext uri="{FF2B5EF4-FFF2-40B4-BE49-F238E27FC236}">
                <a16:creationId xmlns:a16="http://schemas.microsoft.com/office/drawing/2014/main" id="{BB8B4DA1-D9D5-4EA1-9A24-83F11D5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9117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cell-14-4">
            <a:extLst xmlns:a="http://schemas.openxmlformats.org/drawingml/2006/main">
              <a:ext uri="{FF2B5EF4-FFF2-40B4-BE49-F238E27FC236}">
                <a16:creationId xmlns:a16="http://schemas.microsoft.com/office/drawing/2014/main" id="{298AAF1C-2826-41A6-A87E-55E1C01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6" name="cell-text-14-4">
            <a:extLst xmlns:a="http://schemas.openxmlformats.org/drawingml/2006/main">
              <a:ext uri="{FF2B5EF4-FFF2-40B4-BE49-F238E27FC236}">
                <a16:creationId xmlns:a16="http://schemas.microsoft.com/office/drawing/2014/main" id="{6C6C53BE-E721-4AD5-B965-EE202782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911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7" name="cell-15-0">
            <a:extLst xmlns:a="http://schemas.openxmlformats.org/drawingml/2006/main">
              <a:ext uri="{FF2B5EF4-FFF2-40B4-BE49-F238E27FC236}">
                <a16:creationId xmlns:a16="http://schemas.microsoft.com/office/drawing/2014/main" id="{FE7DAB9A-E4BF-457E-836E-9DD94F07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58" name="cell-text-15-0">
            <a:extLst xmlns:a="http://schemas.openxmlformats.org/drawingml/2006/main">
              <a:ext uri="{FF2B5EF4-FFF2-40B4-BE49-F238E27FC236}">
                <a16:creationId xmlns:a16="http://schemas.microsoft.com/office/drawing/2014/main" id="{52C4096E-2EDA-4007-95FB-511761B8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150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cell-15-1">
            <a:extLst xmlns:a="http://schemas.openxmlformats.org/drawingml/2006/main">
              <a:ext uri="{FF2B5EF4-FFF2-40B4-BE49-F238E27FC236}">
                <a16:creationId xmlns:a16="http://schemas.microsoft.com/office/drawing/2014/main" id="{FD2A88BE-9D37-48D6-8AF8-B0E96D4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0" name="cell-text-15-1">
            <a:extLst xmlns:a="http://schemas.openxmlformats.org/drawingml/2006/main">
              <a:ext uri="{FF2B5EF4-FFF2-40B4-BE49-F238E27FC236}">
                <a16:creationId xmlns:a16="http://schemas.microsoft.com/office/drawing/2014/main" id="{5011447E-CAA3-4050-B28E-C4D03A9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150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cell-15-2">
            <a:extLst xmlns:a="http://schemas.openxmlformats.org/drawingml/2006/main">
              <a:ext uri="{FF2B5EF4-FFF2-40B4-BE49-F238E27FC236}">
                <a16:creationId xmlns:a16="http://schemas.microsoft.com/office/drawing/2014/main" id="{DC6DB4E0-42D8-4460-BB92-69D09514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483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2" name="cell-text-15-2">
            <a:extLst xmlns:a="http://schemas.openxmlformats.org/drawingml/2006/main">
              <a:ext uri="{FF2B5EF4-FFF2-40B4-BE49-F238E27FC236}">
                <a16:creationId xmlns:a16="http://schemas.microsoft.com/office/drawing/2014/main" id="{304AEB58-A43B-4FB9-9AAA-89AA451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15025"/>
            <a:ext cx="565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cell-15-3">
            <a:extLst xmlns:a="http://schemas.openxmlformats.org/drawingml/2006/main">
              <a:ext uri="{FF2B5EF4-FFF2-40B4-BE49-F238E27FC236}">
                <a16:creationId xmlns:a16="http://schemas.microsoft.com/office/drawing/2014/main" id="{96356273-AE90-4523-A9FB-B05A5F26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48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4" name="cell-text-15-3">
            <a:extLst xmlns:a="http://schemas.openxmlformats.org/drawingml/2006/main">
              <a:ext uri="{FF2B5EF4-FFF2-40B4-BE49-F238E27FC236}">
                <a16:creationId xmlns:a16="http://schemas.microsoft.com/office/drawing/2014/main" id="{DAC67601-6A16-4954-84FC-F8F3C9F9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150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cell-15-4">
            <a:extLst xmlns:a="http://schemas.openxmlformats.org/drawingml/2006/main">
              <a:ext uri="{FF2B5EF4-FFF2-40B4-BE49-F238E27FC236}">
                <a16:creationId xmlns:a16="http://schemas.microsoft.com/office/drawing/2014/main" id="{04DBF468-49FF-4A05-AF74-5D02D378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48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66" name="cell-text-15-4">
            <a:extLst xmlns:a="http://schemas.openxmlformats.org/drawingml/2006/main">
              <a:ext uri="{FF2B5EF4-FFF2-40B4-BE49-F238E27FC236}">
                <a16:creationId xmlns:a16="http://schemas.microsoft.com/office/drawing/2014/main" id="{7897C61E-0EC3-4BA1-852D-3B5DC98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150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01796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2026-06-16T04:04:52.2460000Z</dcterms:created>
  <dcterms:modified xsi:type="dcterms:W3CDTF">2026-06-16T04:04:52.2460000Z</dcterms:modified>
</coreProperties>
</file>