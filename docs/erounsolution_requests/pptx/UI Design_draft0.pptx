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1" autoAdjust="0"/>
    <p:restoredTop sz="91636" autoAdjust="0"/>
  </p:normalViewPr>
  <p:slideViewPr>
    <p:cSldViewPr snapToGrid="0">
      <p:cViewPr varScale="1">
        <p:scale>
          <a:sx n="101" d="100"/>
          <a:sy n="101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7874D-6490-4965-9D33-E879DEE5D877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1AB76-B925-492C-8F22-77CC866DF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26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556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30D0-C41C-B7F7-3D66-CA6B5968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5B4797-D60E-CBFF-B55C-22C4E6037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B454AC-9953-7D9E-D6FC-571940D9D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3A0C6-4721-79CF-69AB-87C614C12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05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7DCD-6954-3AE9-6643-941ADE60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922139-F1C4-8A20-231C-02D41CF63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52468A-0E13-5534-E224-EAD4A4DC0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5D78A-ECBC-FD5C-DBF5-0AAFC56F6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02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3F27A-9275-B254-5453-9E7D7209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3804A9-B8B3-481F-1633-4EFED2341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3B81FB-68D4-32E7-AFF8-045D2A5DB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C83F27-546D-B183-C35B-D9E25B7E7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601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DF30-D6FC-4F6B-A765-095E42DA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615E4-A497-CC62-6612-54C7E984C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8B9CA5-9D7A-8484-AF76-E56D2F9D2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A6F3F-ACFA-0FB9-3855-FC1AADF62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431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EEBD-F773-C76A-67B5-32A05ABE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BC402C-3A80-1034-B833-DA71FA1F7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9E8548-DC43-FB84-E3AA-EBDDF9F46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62FD61-DF51-6CED-5AB1-7DCF7A919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215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9341C-EC55-9E6E-9FF2-EF0F0BD7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2FDA67-0D26-E330-F933-9356F2117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7297FB-BD91-BDAC-130F-A2C3EDAEE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33158B-BEBB-FF97-8036-D53FE7369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145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6A1F-1572-80BD-61DB-87486CFE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F8FA4F-99CF-2039-6EA7-FB6E45573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F4AEC-9AD1-5E79-D4C7-F357312D7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A53CC-3D5F-20A1-B449-7C93FFC88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741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B5C38-207F-43C7-02C8-8B4E940A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94B005-11DC-43C7-E8D6-A3A83C83A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CD98B9-F382-9184-CF55-78F428193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3808C5-80EB-7D22-AD02-1C6F62B54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1AB76-B925-492C-8F22-77CC866DF13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346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D5E03-12D3-C6C8-DCC6-2DC4E795F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14E38C-3982-6046-C63E-575315CC1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D74E36-0A44-36FE-F959-2D27A746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29E162-4DD2-47E8-6074-C699E9E7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767BE-EF0C-970B-D5E0-562ACF79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89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7B828-23FD-1395-DF31-D0CA4A54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116B4-17F4-54F1-08E3-A79FF1084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9A1A-803F-8583-EE2D-D4CE989A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FD3B0-4FB4-2F6F-FAF0-D6D67169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78154-3802-135E-47BB-E8909DEB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65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A878B-516E-1304-EEF3-DBDFE389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CA7D2-8D04-B7D4-2E4B-DCCE3B4B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38EFE-F9E2-F71C-3097-BA206EEB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CDD53F-22DF-2142-D913-D2AC9717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FC6833-4F73-87CE-6596-FF1EC8B7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91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B112C-14E2-40B4-C486-1EE6A32A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07434-E4D8-CD66-1B39-E3CE4F11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0A6255-E659-7C95-E81A-A5CF40235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2E02B-FCE5-E785-B949-B94DB5FA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5F750A-FB47-9C2E-961C-8B5DEC22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8E9E34-8D4E-3644-22E3-B4376D03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01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D4549-3875-AE57-161F-E48FB0409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FEE2A5-0726-610C-C872-8D66AC85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2CE6E-9024-D727-E61B-4C1D5F7E7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0FEE3D-D6B0-DA2A-B4FE-31CC4B5E3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DD470A-C2E5-C260-57AD-10E4D8AAB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9EE0B9-94F7-CE32-D204-5E826DA4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598F04D-3FA8-35D5-ADF3-7F9BA2E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6AAD0A-AE64-B297-510C-7238EB12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96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325A7-CE9E-4182-7B11-96E665E6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B50C22-1BC9-3616-7C1B-FA9168FD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200283-A71F-6819-8828-A4A12C9A7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D0A63E-789F-F6B9-02AB-9769C5E8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04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C39DDB-1D11-B51F-895E-A57DA7D9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B1F344-3783-7D6D-01A5-B18D9692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C037B-2760-98E3-6C5D-9100FE0C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3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5E420-5649-EEB9-0105-CF1C01EE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A45E0E-7ED8-F9B3-645C-6B43E20B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955B08-008A-C03E-3160-4DD035190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ADD6C-C930-2653-EE6A-EF8086B2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989218-8F1B-3A3E-3C74-7FB91472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1518F3-30B5-5D9C-3748-71F6D73C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53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F9437-8460-B00A-E224-5BAF2862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400931-6C2A-83A6-6056-32E970886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496954-FA53-7E22-71CB-6AFDD2EC6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08029C-63EA-4C77-57CF-0C1358AE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3C734C-CD5B-A7CD-20B1-E262AE70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0C0D61-D8F6-6038-F7F4-A1EF47CA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48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CD6D7-4086-24FF-D2BD-D389501F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9A51FE-E165-A5F9-0ECB-3C1D8F096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5278D9-D820-E6C3-B336-3A5E58D8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BE174D-E014-E59F-9EE6-34B1BF4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C52342-471E-B87D-1E97-850DEDE1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07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DD4C07-90C8-9A60-26D9-E77736D78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604E81-0C80-EC88-CBB1-FBBFBBBAB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C91ABA-8DD0-8A15-53FC-E8A92B80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6EA83-9B09-5857-06C3-4B7939A2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D1003-BD20-E136-BABD-7C42925C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89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3FA70-E484-0A0D-98F8-ED3D7876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0B1696-4029-9FF5-FF14-463F0A2DD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D6ED6A-9465-88AA-2C57-61C7C0903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DE07F-2EA2-4BA4-82EE-F9A929A64BEC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2DD9B-2242-2A65-5FEE-8D8343DB6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3C227-026D-ABCF-0C93-8C989EA1B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63D7E-4082-4D2B-9C8B-189F67FA5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40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B6AA6B9-B752-CDF7-0C23-61A383E89AEC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hlinkClick r:id="rId3" action="ppaction://hlinksldjump"/>
            <a:extLst>
              <a:ext uri="{FF2B5EF4-FFF2-40B4-BE49-F238E27FC236}">
                <a16:creationId xmlns:a16="http://schemas.microsoft.com/office/drawing/2014/main" id="{48F2CFA1-1828-70A9-04A3-8C22404146E2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E4B3C-72FB-7EC2-C24F-6F4CB6916C9A}"/>
              </a:ext>
            </a:extLst>
          </p:cNvPr>
          <p:cNvSpPr txBox="1"/>
          <p:nvPr/>
        </p:nvSpPr>
        <p:spPr>
          <a:xfrm>
            <a:off x="138545" y="83127"/>
            <a:ext cx="240145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rgbClr val="0070C0"/>
                </a:solidFill>
              </a:rPr>
              <a:t>3S-Robotics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C4339-5CC2-FFBC-9766-B3FBE8CAA4B8}"/>
              </a:ext>
            </a:extLst>
          </p:cNvPr>
          <p:cNvSpPr txBox="1"/>
          <p:nvPr/>
        </p:nvSpPr>
        <p:spPr>
          <a:xfrm>
            <a:off x="2447636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93E171-846C-B9D5-FE7A-E1A7B1E5E9E2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3EEC77-5A91-6873-15C1-D9089CB9F365}"/>
              </a:ext>
            </a:extLst>
          </p:cNvPr>
          <p:cNvSpPr txBox="1"/>
          <p:nvPr/>
        </p:nvSpPr>
        <p:spPr>
          <a:xfrm>
            <a:off x="341745" y="1087622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21F856-53DF-3C03-E6DF-051CD66E9A49}"/>
              </a:ext>
            </a:extLst>
          </p:cNvPr>
          <p:cNvSpPr txBox="1"/>
          <p:nvPr/>
        </p:nvSpPr>
        <p:spPr>
          <a:xfrm>
            <a:off x="1431636" y="1087622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Man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C29C31-AA81-15EE-507F-0F6083CF378F}"/>
              </a:ext>
            </a:extLst>
          </p:cNvPr>
          <p:cNvSpPr txBox="1"/>
          <p:nvPr/>
        </p:nvSpPr>
        <p:spPr>
          <a:xfrm>
            <a:off x="341745" y="1492851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State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FF84C5-1B16-23A0-090D-861FEDFE08B4}"/>
              </a:ext>
            </a:extLst>
          </p:cNvPr>
          <p:cNvSpPr txBox="1"/>
          <p:nvPr/>
        </p:nvSpPr>
        <p:spPr>
          <a:xfrm>
            <a:off x="1431636" y="1492851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Stop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F2BED7-AE5A-8D31-96BD-606FFEF51F69}"/>
              </a:ext>
            </a:extLst>
          </p:cNvPr>
          <p:cNvSpPr txBox="1"/>
          <p:nvPr/>
        </p:nvSpPr>
        <p:spPr>
          <a:xfrm>
            <a:off x="341745" y="1898080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Velocity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C2DAEA-A201-8744-A6D8-5F2D8C30395D}"/>
              </a:ext>
            </a:extLst>
          </p:cNvPr>
          <p:cNvSpPr txBox="1"/>
          <p:nvPr/>
        </p:nvSpPr>
        <p:spPr>
          <a:xfrm>
            <a:off x="1422397" y="1898080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0.0 m/s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5A4C50-1A80-7CDC-DABF-89C4CB116177}"/>
              </a:ext>
            </a:extLst>
          </p:cNvPr>
          <p:cNvSpPr txBox="1"/>
          <p:nvPr/>
        </p:nvSpPr>
        <p:spPr>
          <a:xfrm>
            <a:off x="4346144" y="1492851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Progress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3944D5-6F2C-71A6-28D7-826DA6AC7090}"/>
              </a:ext>
            </a:extLst>
          </p:cNvPr>
          <p:cNvSpPr txBox="1"/>
          <p:nvPr/>
        </p:nvSpPr>
        <p:spPr>
          <a:xfrm>
            <a:off x="5426796" y="1492851"/>
            <a:ext cx="979055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  <a:t>0 %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9F2738-D80C-32DA-C242-F14EEE8AEB85}"/>
              </a:ext>
            </a:extLst>
          </p:cNvPr>
          <p:cNvSpPr txBox="1"/>
          <p:nvPr/>
        </p:nvSpPr>
        <p:spPr>
          <a:xfrm>
            <a:off x="341745" y="2586405"/>
            <a:ext cx="1727200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Obstacle Layer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559D48-2B58-F574-2396-8C8408C36166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572E1B02-2E3F-64E6-392A-71A2720F9C93}"/>
              </a:ext>
            </a:extLst>
          </p:cNvPr>
          <p:cNvGrpSpPr/>
          <p:nvPr/>
        </p:nvGrpSpPr>
        <p:grpSpPr>
          <a:xfrm>
            <a:off x="659598" y="3135635"/>
            <a:ext cx="2254249" cy="2839176"/>
            <a:chOff x="508001" y="3190800"/>
            <a:chExt cx="2683160" cy="33793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53944684-C20F-95DF-DF1B-6C94D6D4E9D6}"/>
                </a:ext>
              </a:extLst>
            </p:cNvPr>
            <p:cNvSpPr/>
            <p:nvPr/>
          </p:nvSpPr>
          <p:spPr>
            <a:xfrm>
              <a:off x="508001" y="3190800"/>
              <a:ext cx="2683160" cy="3379380"/>
            </a:xfrm>
            <a:custGeom>
              <a:avLst/>
              <a:gdLst>
                <a:gd name="csX0" fmla="*/ 1764145 w 2683160"/>
                <a:gd name="csY0" fmla="*/ 0 h 3379380"/>
                <a:gd name="csX1" fmla="*/ 2683160 w 2683160"/>
                <a:gd name="csY1" fmla="*/ 0 h 3379380"/>
                <a:gd name="csX2" fmla="*/ 2683160 w 2683160"/>
                <a:gd name="csY2" fmla="*/ 3379380 h 3379380"/>
                <a:gd name="csX3" fmla="*/ 0 w 2683160"/>
                <a:gd name="csY3" fmla="*/ 3379380 h 3379380"/>
                <a:gd name="csX4" fmla="*/ 0 w 2683160"/>
                <a:gd name="csY4" fmla="*/ 2169170 h 3379380"/>
                <a:gd name="csX5" fmla="*/ 1764145 w 2683160"/>
                <a:gd name="csY5" fmla="*/ 2169170 h 337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683160" h="3379380">
                  <a:moveTo>
                    <a:pt x="1764145" y="0"/>
                  </a:moveTo>
                  <a:lnTo>
                    <a:pt x="2683160" y="0"/>
                  </a:lnTo>
                  <a:lnTo>
                    <a:pt x="2683160" y="3379380"/>
                  </a:lnTo>
                  <a:lnTo>
                    <a:pt x="0" y="3379380"/>
                  </a:lnTo>
                  <a:lnTo>
                    <a:pt x="0" y="2169170"/>
                  </a:lnTo>
                  <a:lnTo>
                    <a:pt x="1764145" y="2169170"/>
                  </a:lnTo>
                  <a:close/>
                </a:path>
              </a:pathLst>
            </a:cu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6969081-FD56-04C4-0211-563DA167237A}"/>
                </a:ext>
              </a:extLst>
            </p:cNvPr>
            <p:cNvSpPr/>
            <p:nvPr/>
          </p:nvSpPr>
          <p:spPr>
            <a:xfrm>
              <a:off x="508001" y="3190800"/>
              <a:ext cx="2683160" cy="3379380"/>
            </a:xfrm>
            <a:custGeom>
              <a:avLst/>
              <a:gdLst>
                <a:gd name="csX0" fmla="*/ 0 w 2683160"/>
                <a:gd name="csY0" fmla="*/ 0 h 3379380"/>
                <a:gd name="csX1" fmla="*/ 2683160 w 2683160"/>
                <a:gd name="csY1" fmla="*/ 0 h 3379380"/>
                <a:gd name="csX2" fmla="*/ 2683160 w 2683160"/>
                <a:gd name="csY2" fmla="*/ 1180879 h 3379380"/>
                <a:gd name="csX3" fmla="*/ 914396 w 2683160"/>
                <a:gd name="csY3" fmla="*/ 1180879 h 3379380"/>
                <a:gd name="csX4" fmla="*/ 914396 w 2683160"/>
                <a:gd name="csY4" fmla="*/ 3379380 h 3379380"/>
                <a:gd name="csX5" fmla="*/ 0 w 2683160"/>
                <a:gd name="csY5" fmla="*/ 3379380 h 337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683160" h="3379380">
                  <a:moveTo>
                    <a:pt x="0" y="0"/>
                  </a:moveTo>
                  <a:lnTo>
                    <a:pt x="2683160" y="0"/>
                  </a:lnTo>
                  <a:lnTo>
                    <a:pt x="2683160" y="1180879"/>
                  </a:lnTo>
                  <a:lnTo>
                    <a:pt x="914396" y="1180879"/>
                  </a:lnTo>
                  <a:lnTo>
                    <a:pt x="914396" y="3379380"/>
                  </a:lnTo>
                  <a:lnTo>
                    <a:pt x="0" y="3379380"/>
                  </a:lnTo>
                  <a:close/>
                </a:path>
              </a:pathLst>
            </a:custGeom>
            <a:solidFill>
              <a:srgbClr val="0070C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78833D8D-BA09-07E2-6776-02726A2EF0E9}"/>
                </a:ext>
              </a:extLst>
            </p:cNvPr>
            <p:cNvSpPr/>
            <p:nvPr/>
          </p:nvSpPr>
          <p:spPr>
            <a:xfrm>
              <a:off x="748142" y="3577894"/>
              <a:ext cx="2225963" cy="2567710"/>
            </a:xfrm>
            <a:custGeom>
              <a:avLst/>
              <a:gdLst>
                <a:gd name="csX0" fmla="*/ 0 w 2225963"/>
                <a:gd name="csY0" fmla="*/ 0 h 2567710"/>
                <a:gd name="csX1" fmla="*/ 290946 w 2225963"/>
                <a:gd name="csY1" fmla="*/ 0 h 2567710"/>
                <a:gd name="csX2" fmla="*/ 290946 w 2225963"/>
                <a:gd name="csY2" fmla="*/ 2198255 h 2567710"/>
                <a:gd name="csX3" fmla="*/ 2225963 w 2225963"/>
                <a:gd name="csY3" fmla="*/ 2198255 h 2567710"/>
                <a:gd name="csX4" fmla="*/ 2225963 w 2225963"/>
                <a:gd name="csY4" fmla="*/ 2567710 h 2567710"/>
                <a:gd name="csX5" fmla="*/ 0 w 2225963"/>
                <a:gd name="csY5" fmla="*/ 2567710 h 2567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225963" h="2567710">
                  <a:moveTo>
                    <a:pt x="0" y="0"/>
                  </a:moveTo>
                  <a:lnTo>
                    <a:pt x="290946" y="0"/>
                  </a:lnTo>
                  <a:lnTo>
                    <a:pt x="290946" y="2198255"/>
                  </a:lnTo>
                  <a:lnTo>
                    <a:pt x="2225963" y="2198255"/>
                  </a:lnTo>
                  <a:lnTo>
                    <a:pt x="2225963" y="2567710"/>
                  </a:lnTo>
                  <a:lnTo>
                    <a:pt x="0" y="2567710"/>
                  </a:lnTo>
                  <a:close/>
                </a:path>
              </a:pathLst>
            </a:cu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FA31345A-BA70-1A99-BA70-4C6BBC8E3831}"/>
                </a:ext>
              </a:extLst>
            </p:cNvPr>
            <p:cNvSpPr/>
            <p:nvPr/>
          </p:nvSpPr>
          <p:spPr>
            <a:xfrm>
              <a:off x="748143" y="3577894"/>
              <a:ext cx="2225963" cy="2567710"/>
            </a:xfrm>
            <a:custGeom>
              <a:avLst/>
              <a:gdLst>
                <a:gd name="csX0" fmla="*/ 0 w 2225963"/>
                <a:gd name="csY0" fmla="*/ 0 h 2567710"/>
                <a:gd name="csX1" fmla="*/ 2225963 w 2225963"/>
                <a:gd name="csY1" fmla="*/ 0 h 2567710"/>
                <a:gd name="csX2" fmla="*/ 2225963 w 2225963"/>
                <a:gd name="csY2" fmla="*/ 2567710 h 2567710"/>
                <a:gd name="csX3" fmla="*/ 1524003 w 2225963"/>
                <a:gd name="csY3" fmla="*/ 2567710 h 2567710"/>
                <a:gd name="csX4" fmla="*/ 1524003 w 2225963"/>
                <a:gd name="csY4" fmla="*/ 793785 h 2567710"/>
                <a:gd name="csX5" fmla="*/ 0 w 2225963"/>
                <a:gd name="csY5" fmla="*/ 793785 h 2567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225963" h="2567710">
                  <a:moveTo>
                    <a:pt x="0" y="0"/>
                  </a:moveTo>
                  <a:lnTo>
                    <a:pt x="2225963" y="0"/>
                  </a:lnTo>
                  <a:lnTo>
                    <a:pt x="2225963" y="2567710"/>
                  </a:lnTo>
                  <a:lnTo>
                    <a:pt x="1524003" y="2567710"/>
                  </a:lnTo>
                  <a:lnTo>
                    <a:pt x="1524003" y="793785"/>
                  </a:lnTo>
                  <a:lnTo>
                    <a:pt x="0" y="793785"/>
                  </a:lnTo>
                  <a:close/>
                </a:path>
              </a:pathLst>
            </a:cu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1927FFE6-238C-0AC7-F8D2-E184516C23F1}"/>
                </a:ext>
              </a:extLst>
            </p:cNvPr>
            <p:cNvSpPr/>
            <p:nvPr/>
          </p:nvSpPr>
          <p:spPr>
            <a:xfrm>
              <a:off x="1039090" y="3946440"/>
              <a:ext cx="1644073" cy="1830618"/>
            </a:xfrm>
            <a:custGeom>
              <a:avLst/>
              <a:gdLst>
                <a:gd name="csX0" fmla="*/ 0 w 1644073"/>
                <a:gd name="csY0" fmla="*/ 0 h 1830618"/>
                <a:gd name="csX1" fmla="*/ 392546 w 1644073"/>
                <a:gd name="csY1" fmla="*/ 0 h 1830618"/>
                <a:gd name="csX2" fmla="*/ 392546 w 1644073"/>
                <a:gd name="csY2" fmla="*/ 1412147 h 1830618"/>
                <a:gd name="csX3" fmla="*/ 1644073 w 1644073"/>
                <a:gd name="csY3" fmla="*/ 1412147 h 1830618"/>
                <a:gd name="csX4" fmla="*/ 1644073 w 1644073"/>
                <a:gd name="csY4" fmla="*/ 1830618 h 1830618"/>
                <a:gd name="csX5" fmla="*/ 0 w 1644073"/>
                <a:gd name="csY5" fmla="*/ 1830618 h 1830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44073" h="1830618">
                  <a:moveTo>
                    <a:pt x="0" y="0"/>
                  </a:moveTo>
                  <a:lnTo>
                    <a:pt x="392546" y="0"/>
                  </a:lnTo>
                  <a:lnTo>
                    <a:pt x="392546" y="1412147"/>
                  </a:lnTo>
                  <a:lnTo>
                    <a:pt x="1644073" y="1412147"/>
                  </a:lnTo>
                  <a:lnTo>
                    <a:pt x="1644073" y="1830618"/>
                  </a:lnTo>
                  <a:lnTo>
                    <a:pt x="0" y="1830618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BF336673-794D-EC03-30B9-109C476E8A2B}"/>
                </a:ext>
              </a:extLst>
            </p:cNvPr>
            <p:cNvSpPr/>
            <p:nvPr/>
          </p:nvSpPr>
          <p:spPr>
            <a:xfrm>
              <a:off x="1039089" y="3946440"/>
              <a:ext cx="1644073" cy="1830618"/>
            </a:xfrm>
            <a:custGeom>
              <a:avLst/>
              <a:gdLst>
                <a:gd name="csX0" fmla="*/ 0 w 1644073"/>
                <a:gd name="csY0" fmla="*/ 0 h 1830618"/>
                <a:gd name="csX1" fmla="*/ 1644073 w 1644073"/>
                <a:gd name="csY1" fmla="*/ 0 h 1830618"/>
                <a:gd name="csX2" fmla="*/ 1644073 w 1644073"/>
                <a:gd name="csY2" fmla="*/ 1830618 h 1830618"/>
                <a:gd name="csX3" fmla="*/ 1237673 w 1644073"/>
                <a:gd name="csY3" fmla="*/ 1830618 h 1830618"/>
                <a:gd name="csX4" fmla="*/ 1237673 w 1644073"/>
                <a:gd name="csY4" fmla="*/ 421164 h 1830618"/>
                <a:gd name="csX5" fmla="*/ 0 w 1644073"/>
                <a:gd name="csY5" fmla="*/ 421164 h 1830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44073" h="1830618">
                  <a:moveTo>
                    <a:pt x="0" y="0"/>
                  </a:moveTo>
                  <a:lnTo>
                    <a:pt x="1644073" y="0"/>
                  </a:lnTo>
                  <a:lnTo>
                    <a:pt x="1644073" y="1830618"/>
                  </a:lnTo>
                  <a:lnTo>
                    <a:pt x="1237673" y="1830618"/>
                  </a:lnTo>
                  <a:lnTo>
                    <a:pt x="1237673" y="421164"/>
                  </a:lnTo>
                  <a:lnTo>
                    <a:pt x="0" y="421164"/>
                  </a:ln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7" name="팔각형 66">
              <a:extLst>
                <a:ext uri="{FF2B5EF4-FFF2-40B4-BE49-F238E27FC236}">
                  <a16:creationId xmlns:a16="http://schemas.microsoft.com/office/drawing/2014/main" id="{2CC22648-9B14-8FE1-D2C2-660DFE0F6E73}"/>
                </a:ext>
              </a:extLst>
            </p:cNvPr>
            <p:cNvSpPr/>
            <p:nvPr/>
          </p:nvSpPr>
          <p:spPr>
            <a:xfrm>
              <a:off x="1320800" y="4309947"/>
              <a:ext cx="1068702" cy="1103603"/>
            </a:xfrm>
            <a:prstGeom prst="octagon">
              <a:avLst>
                <a:gd name="adj" fmla="val 12023"/>
              </a:avLst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AMR</a:t>
              </a:r>
              <a:endParaRPr lang="ko-KR" altLang="en-US" b="1" dirty="0"/>
            </a:p>
          </p:txBody>
        </p:sp>
      </p:grpSp>
      <p:sp>
        <p:nvSpPr>
          <p:cNvPr id="68" name="원통형 67">
            <a:extLst>
              <a:ext uri="{FF2B5EF4-FFF2-40B4-BE49-F238E27FC236}">
                <a16:creationId xmlns:a16="http://schemas.microsoft.com/office/drawing/2014/main" id="{C31B5EE1-B74E-D3F4-7420-CAE9BF7E5096}"/>
              </a:ext>
            </a:extLst>
          </p:cNvPr>
          <p:cNvSpPr/>
          <p:nvPr/>
        </p:nvSpPr>
        <p:spPr>
          <a:xfrm>
            <a:off x="3859641" y="2104002"/>
            <a:ext cx="2373745" cy="2811917"/>
          </a:xfrm>
          <a:prstGeom prst="can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59000">
                <a:schemeClr val="bg1">
                  <a:lumMod val="75000"/>
                </a:schemeClr>
              </a:gs>
              <a:gs pos="8300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</a:gradFill>
          <a:ln w="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78D0033-FDAE-2058-A7D9-9B4B6522D7A3}"/>
              </a:ext>
            </a:extLst>
          </p:cNvPr>
          <p:cNvGrpSpPr/>
          <p:nvPr/>
        </p:nvGrpSpPr>
        <p:grpSpPr>
          <a:xfrm>
            <a:off x="5774235" y="2712589"/>
            <a:ext cx="1416078" cy="2203330"/>
            <a:chOff x="7228688" y="1119497"/>
            <a:chExt cx="1818416" cy="28293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33D720A-BB9C-047A-1158-2E19828439D7}"/>
                </a:ext>
              </a:extLst>
            </p:cNvPr>
            <p:cNvSpPr/>
            <p:nvPr/>
          </p:nvSpPr>
          <p:spPr>
            <a:xfrm>
              <a:off x="7827904" y="3408225"/>
              <a:ext cx="1219200" cy="33943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4D1CE62B-23AD-93F3-C396-246016268B4B}"/>
                </a:ext>
              </a:extLst>
            </p:cNvPr>
            <p:cNvSpPr/>
            <p:nvPr/>
          </p:nvSpPr>
          <p:spPr>
            <a:xfrm>
              <a:off x="7823284" y="3671749"/>
              <a:ext cx="277091" cy="27709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811E33D1-DFBF-9746-8234-5A05272291DD}"/>
                </a:ext>
              </a:extLst>
            </p:cNvPr>
            <p:cNvSpPr/>
            <p:nvPr/>
          </p:nvSpPr>
          <p:spPr>
            <a:xfrm>
              <a:off x="8770013" y="3671749"/>
              <a:ext cx="277091" cy="27709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E4A4071D-1651-CCD8-BF55-09282195B41E}"/>
                </a:ext>
              </a:extLst>
            </p:cNvPr>
            <p:cNvSpPr/>
            <p:nvPr/>
          </p:nvSpPr>
          <p:spPr>
            <a:xfrm>
              <a:off x="8492922" y="2347438"/>
              <a:ext cx="189208" cy="106078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52D773C-5144-18EA-5A14-03BD8DE56436}"/>
                </a:ext>
              </a:extLst>
            </p:cNvPr>
            <p:cNvSpPr/>
            <p:nvPr/>
          </p:nvSpPr>
          <p:spPr>
            <a:xfrm>
              <a:off x="8303714" y="1803518"/>
              <a:ext cx="189208" cy="106078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7782B8CD-E295-5549-7DBB-5E46C38375FA}"/>
                </a:ext>
              </a:extLst>
            </p:cNvPr>
            <p:cNvSpPr/>
            <p:nvPr/>
          </p:nvSpPr>
          <p:spPr>
            <a:xfrm rot="3485805">
              <a:off x="7646613" y="1473087"/>
              <a:ext cx="905123" cy="198364"/>
            </a:xfrm>
            <a:prstGeom prst="roundRect">
              <a:avLst>
                <a:gd name="adj" fmla="val 4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6B62A031-10F8-CDD2-7354-D0A1A0D5E5FC}"/>
                </a:ext>
              </a:extLst>
            </p:cNvPr>
            <p:cNvSpPr/>
            <p:nvPr/>
          </p:nvSpPr>
          <p:spPr>
            <a:xfrm rot="17660998">
              <a:off x="7310242" y="1472876"/>
              <a:ext cx="905123" cy="198365"/>
            </a:xfrm>
            <a:prstGeom prst="roundRect">
              <a:avLst>
                <a:gd name="adj" fmla="val 4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1C2B2F45-475A-ED7F-2A97-85FED8EF8171}"/>
                </a:ext>
              </a:extLst>
            </p:cNvPr>
            <p:cNvSpPr/>
            <p:nvPr/>
          </p:nvSpPr>
          <p:spPr>
            <a:xfrm rot="1966393">
              <a:off x="7228688" y="1860109"/>
              <a:ext cx="554182" cy="369455"/>
            </a:xfrm>
            <a:custGeom>
              <a:avLst/>
              <a:gdLst>
                <a:gd name="csX0" fmla="*/ 0 w 554182"/>
                <a:gd name="csY0" fmla="*/ 0 h 369455"/>
                <a:gd name="csX1" fmla="*/ 554182 w 554182"/>
                <a:gd name="csY1" fmla="*/ 0 h 369455"/>
                <a:gd name="csX2" fmla="*/ 554182 w 554182"/>
                <a:gd name="csY2" fmla="*/ 369455 h 369455"/>
                <a:gd name="csX3" fmla="*/ 477982 w 554182"/>
                <a:gd name="csY3" fmla="*/ 369455 h 369455"/>
                <a:gd name="csX4" fmla="*/ 477982 w 554182"/>
                <a:gd name="csY4" fmla="*/ 110835 h 369455"/>
                <a:gd name="csX5" fmla="*/ 76200 w 554182"/>
                <a:gd name="csY5" fmla="*/ 110835 h 369455"/>
                <a:gd name="csX6" fmla="*/ 76200 w 554182"/>
                <a:gd name="csY6" fmla="*/ 369455 h 369455"/>
                <a:gd name="csX7" fmla="*/ 0 w 554182"/>
                <a:gd name="csY7" fmla="*/ 369455 h 369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4182" h="369455">
                  <a:moveTo>
                    <a:pt x="0" y="0"/>
                  </a:moveTo>
                  <a:lnTo>
                    <a:pt x="554182" y="0"/>
                  </a:lnTo>
                  <a:lnTo>
                    <a:pt x="554182" y="369455"/>
                  </a:lnTo>
                  <a:lnTo>
                    <a:pt x="477982" y="369455"/>
                  </a:lnTo>
                  <a:lnTo>
                    <a:pt x="477982" y="110835"/>
                  </a:lnTo>
                  <a:lnTo>
                    <a:pt x="76200" y="110835"/>
                  </a:lnTo>
                  <a:lnTo>
                    <a:pt x="76200" y="369455"/>
                  </a:lnTo>
                  <a:lnTo>
                    <a:pt x="0" y="369455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37248CB-5C22-7B9C-1046-006230CE76E1}"/>
              </a:ext>
            </a:extLst>
          </p:cNvPr>
          <p:cNvSpPr/>
          <p:nvPr/>
        </p:nvSpPr>
        <p:spPr>
          <a:xfrm>
            <a:off x="4101941" y="3964794"/>
            <a:ext cx="1872556" cy="16844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ko-KR" altLang="en-US" b="1" dirty="0">
              <a:ln w="3175">
                <a:noFill/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59D3DF8-A121-0852-BF9C-01B865D547BA}"/>
              </a:ext>
            </a:extLst>
          </p:cNvPr>
          <p:cNvSpPr txBox="1"/>
          <p:nvPr/>
        </p:nvSpPr>
        <p:spPr>
          <a:xfrm>
            <a:off x="4462157" y="4398902"/>
            <a:ext cx="415637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 :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F2C2F0-D1CE-BDE8-AC1B-7F51E36D5F36}"/>
              </a:ext>
            </a:extLst>
          </p:cNvPr>
          <p:cNvSpPr txBox="1"/>
          <p:nvPr/>
        </p:nvSpPr>
        <p:spPr>
          <a:xfrm>
            <a:off x="4462157" y="4763290"/>
            <a:ext cx="415637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 :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4E3066A-F1BC-F23A-4879-80D8FBF36873}"/>
              </a:ext>
            </a:extLst>
          </p:cNvPr>
          <p:cNvSpPr txBox="1"/>
          <p:nvPr/>
        </p:nvSpPr>
        <p:spPr>
          <a:xfrm>
            <a:off x="4462157" y="5122559"/>
            <a:ext cx="415637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 :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4C65148-CB0F-057D-9F78-A8A29E8C85BD}"/>
              </a:ext>
            </a:extLst>
          </p:cNvPr>
          <p:cNvSpPr txBox="1"/>
          <p:nvPr/>
        </p:nvSpPr>
        <p:spPr>
          <a:xfrm>
            <a:off x="4877794" y="4398902"/>
            <a:ext cx="87745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0.00 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A5A627-F5E6-D05D-4D5E-1374F3DC0FB2}"/>
              </a:ext>
            </a:extLst>
          </p:cNvPr>
          <p:cNvSpPr txBox="1"/>
          <p:nvPr/>
        </p:nvSpPr>
        <p:spPr>
          <a:xfrm>
            <a:off x="4882411" y="4763290"/>
            <a:ext cx="87745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0.00 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5DA1D2-841E-830F-26DB-29AE768C2917}"/>
              </a:ext>
            </a:extLst>
          </p:cNvPr>
          <p:cNvSpPr txBox="1"/>
          <p:nvPr/>
        </p:nvSpPr>
        <p:spPr>
          <a:xfrm>
            <a:off x="4882411" y="5122559"/>
            <a:ext cx="87745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0.00 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47B2268-A22E-F49C-48F4-64EE6E06C65C}"/>
              </a:ext>
            </a:extLst>
          </p:cNvPr>
          <p:cNvSpPr txBox="1"/>
          <p:nvPr/>
        </p:nvSpPr>
        <p:spPr>
          <a:xfrm>
            <a:off x="4132111" y="3972921"/>
            <a:ext cx="87745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TCP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23F01EE-5834-31E2-FB89-E52CE237F747}"/>
              </a:ext>
            </a:extLst>
          </p:cNvPr>
          <p:cNvSpPr/>
          <p:nvPr/>
        </p:nvSpPr>
        <p:spPr>
          <a:xfrm>
            <a:off x="8588664" y="1269764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38D8B86-512B-AF40-A298-020434F00CF9}"/>
              </a:ext>
            </a:extLst>
          </p:cNvPr>
          <p:cNvSpPr txBox="1"/>
          <p:nvPr/>
        </p:nvSpPr>
        <p:spPr>
          <a:xfrm>
            <a:off x="8588664" y="1265002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Manual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6B760EE8-B44C-729C-4286-A4D2F739A50E}"/>
              </a:ext>
            </a:extLst>
          </p:cNvPr>
          <p:cNvSpPr/>
          <p:nvPr/>
        </p:nvSpPr>
        <p:spPr>
          <a:xfrm>
            <a:off x="8586399" y="2205562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50D46F6-654F-75CE-C102-5B74F84B9665}"/>
              </a:ext>
            </a:extLst>
          </p:cNvPr>
          <p:cNvSpPr txBox="1"/>
          <p:nvPr/>
        </p:nvSpPr>
        <p:spPr>
          <a:xfrm>
            <a:off x="8586399" y="2200800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RUN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79030CA8-5708-614F-F970-68FE1EE59F74}"/>
              </a:ext>
            </a:extLst>
          </p:cNvPr>
          <p:cNvSpPr/>
          <p:nvPr/>
        </p:nvSpPr>
        <p:spPr>
          <a:xfrm>
            <a:off x="8586399" y="3136598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hlinkClick r:id="rId4" action="ppaction://hlinksldjump"/>
            <a:extLst>
              <a:ext uri="{FF2B5EF4-FFF2-40B4-BE49-F238E27FC236}">
                <a16:creationId xmlns:a16="http://schemas.microsoft.com/office/drawing/2014/main" id="{98C371A5-C628-012C-E19C-EB02FC5F3086}"/>
              </a:ext>
            </a:extLst>
          </p:cNvPr>
          <p:cNvSpPr txBox="1"/>
          <p:nvPr/>
        </p:nvSpPr>
        <p:spPr>
          <a:xfrm>
            <a:off x="8586399" y="3131836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SETTING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5553D49-1F32-8319-D5FD-94FF53ED93AA}"/>
              </a:ext>
            </a:extLst>
          </p:cNvPr>
          <p:cNvSpPr/>
          <p:nvPr/>
        </p:nvSpPr>
        <p:spPr>
          <a:xfrm>
            <a:off x="8586399" y="4062872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hlinkClick r:id="rId5" action="ppaction://hlinksldjump"/>
            <a:extLst>
              <a:ext uri="{FF2B5EF4-FFF2-40B4-BE49-F238E27FC236}">
                <a16:creationId xmlns:a16="http://schemas.microsoft.com/office/drawing/2014/main" id="{22EDFF16-263B-FD9E-3583-0EFC470D68E3}"/>
              </a:ext>
            </a:extLst>
          </p:cNvPr>
          <p:cNvSpPr txBox="1"/>
          <p:nvPr/>
        </p:nvSpPr>
        <p:spPr>
          <a:xfrm>
            <a:off x="8586399" y="4058110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Error. Log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9F3E1E3-0793-0BE0-0B3A-F7FC5D5314DE}"/>
              </a:ext>
            </a:extLst>
          </p:cNvPr>
          <p:cNvSpPr txBox="1"/>
          <p:nvPr/>
        </p:nvSpPr>
        <p:spPr>
          <a:xfrm>
            <a:off x="7498335" y="3540053"/>
            <a:ext cx="87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1.2 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412C26C-449B-8D3B-B525-68BB9B83721F}"/>
              </a:ext>
            </a:extLst>
          </p:cNvPr>
          <p:cNvCxnSpPr>
            <a:cxnSpLocks/>
          </p:cNvCxnSpPr>
          <p:nvPr/>
        </p:nvCxnSpPr>
        <p:spPr>
          <a:xfrm>
            <a:off x="7350991" y="2695685"/>
            <a:ext cx="0" cy="2238105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5D82D3F-A663-CCE6-C85F-5A961F088769}"/>
              </a:ext>
            </a:extLst>
          </p:cNvPr>
          <p:cNvCxnSpPr>
            <a:cxnSpLocks/>
          </p:cNvCxnSpPr>
          <p:nvPr/>
        </p:nvCxnSpPr>
        <p:spPr>
          <a:xfrm>
            <a:off x="7256318" y="4963276"/>
            <a:ext cx="198582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DA70F103-8C88-9937-298D-91B2830ABF42}"/>
              </a:ext>
            </a:extLst>
          </p:cNvPr>
          <p:cNvCxnSpPr>
            <a:cxnSpLocks/>
          </p:cNvCxnSpPr>
          <p:nvPr/>
        </p:nvCxnSpPr>
        <p:spPr>
          <a:xfrm>
            <a:off x="7249391" y="2276666"/>
            <a:ext cx="198582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9115E67A-0420-66A1-9C9A-C025BCED4DEA}"/>
              </a:ext>
            </a:extLst>
          </p:cNvPr>
          <p:cNvCxnSpPr>
            <a:cxnSpLocks/>
          </p:cNvCxnSpPr>
          <p:nvPr/>
        </p:nvCxnSpPr>
        <p:spPr>
          <a:xfrm>
            <a:off x="7361959" y="2290378"/>
            <a:ext cx="0" cy="405307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DB5EF1F-BBE2-6F33-FDDD-95C1CFBCBC17}"/>
              </a:ext>
            </a:extLst>
          </p:cNvPr>
          <p:cNvSpPr txBox="1"/>
          <p:nvPr/>
        </p:nvSpPr>
        <p:spPr>
          <a:xfrm>
            <a:off x="6822130" y="1948928"/>
            <a:ext cx="112350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Lift Height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09AC9D9-0FA3-7549-2224-A2FCDE530941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85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BDE45-03D5-EB26-4938-262C6F38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3AB826-6E3E-E747-A08C-2F05A690941A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C5BE21E5-F96E-B508-721F-133F2DE88CFD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11E57-26EA-EA2E-0D76-6BDD16CB9BA2}"/>
              </a:ext>
            </a:extLst>
          </p:cNvPr>
          <p:cNvSpPr txBox="1"/>
          <p:nvPr/>
        </p:nvSpPr>
        <p:spPr>
          <a:xfrm>
            <a:off x="1665016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D5ABF5-A7B7-005C-2F5E-95A5458310FD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E997E6B-EB7C-87BA-9E8B-63E1079EED3F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E8A5ABFD-0ECC-6572-94DC-BC59732E272B}"/>
              </a:ext>
            </a:extLst>
          </p:cNvPr>
          <p:cNvSpPr/>
          <p:nvPr/>
        </p:nvSpPr>
        <p:spPr>
          <a:xfrm>
            <a:off x="813999" y="101725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hlinkClick r:id="rId3" action="ppaction://hlinksldjump"/>
            <a:extLst>
              <a:ext uri="{FF2B5EF4-FFF2-40B4-BE49-F238E27FC236}">
                <a16:creationId xmlns:a16="http://schemas.microsoft.com/office/drawing/2014/main" id="{657822F4-F635-6591-A946-ABE992B08D4B}"/>
              </a:ext>
            </a:extLst>
          </p:cNvPr>
          <p:cNvSpPr txBox="1"/>
          <p:nvPr/>
        </p:nvSpPr>
        <p:spPr>
          <a:xfrm>
            <a:off x="813999" y="101525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Manual Control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75B59BC-7883-E7BB-F208-B73A3105403F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DD3471A-5EF6-415A-A804-9C7E7004927D}"/>
              </a:ext>
            </a:extLst>
          </p:cNvPr>
          <p:cNvSpPr txBox="1"/>
          <p:nvPr/>
        </p:nvSpPr>
        <p:spPr>
          <a:xfrm>
            <a:off x="85598" y="39986"/>
            <a:ext cx="240145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Setting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3205C4-9324-98BA-62A6-F0F9396EDCED}"/>
              </a:ext>
            </a:extLst>
          </p:cNvPr>
          <p:cNvSpPr/>
          <p:nvPr/>
        </p:nvSpPr>
        <p:spPr>
          <a:xfrm>
            <a:off x="813999" y="2344625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C3EFF-94E0-3DD3-C4C8-9ADC8D4C7405}"/>
              </a:ext>
            </a:extLst>
          </p:cNvPr>
          <p:cNvSpPr txBox="1"/>
          <p:nvPr/>
        </p:nvSpPr>
        <p:spPr>
          <a:xfrm>
            <a:off x="813999" y="2342628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I/O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Status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7E64CA5-282B-65C9-EA8C-75AC0B2F548C}"/>
              </a:ext>
            </a:extLst>
          </p:cNvPr>
          <p:cNvSpPr/>
          <p:nvPr/>
        </p:nvSpPr>
        <p:spPr>
          <a:xfrm>
            <a:off x="813999" y="367326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1435F-9D9E-6D35-A3D2-B2AB9223E0BD}"/>
              </a:ext>
            </a:extLst>
          </p:cNvPr>
          <p:cNvSpPr txBox="1"/>
          <p:nvPr/>
        </p:nvSpPr>
        <p:spPr>
          <a:xfrm>
            <a:off x="813999" y="367126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System Setting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E3911AE-519F-DEDB-E922-4A9D4E1F9FDA}"/>
              </a:ext>
            </a:extLst>
          </p:cNvPr>
          <p:cNvSpPr/>
          <p:nvPr/>
        </p:nvSpPr>
        <p:spPr>
          <a:xfrm>
            <a:off x="813999" y="5001899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C74055-629C-D608-B26B-56E665C835B8}"/>
              </a:ext>
            </a:extLst>
          </p:cNvPr>
          <p:cNvSpPr txBox="1"/>
          <p:nvPr/>
        </p:nvSpPr>
        <p:spPr>
          <a:xfrm>
            <a:off x="813999" y="4999902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Cobot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Setting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973E4E-F203-C12A-D971-E6751EAD486E}"/>
              </a:ext>
            </a:extLst>
          </p:cNvPr>
          <p:cNvSpPr/>
          <p:nvPr/>
        </p:nvSpPr>
        <p:spPr>
          <a:xfrm>
            <a:off x="2925203" y="101725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71DAA-0883-7730-7636-64479F998E78}"/>
              </a:ext>
            </a:extLst>
          </p:cNvPr>
          <p:cNvSpPr txBox="1"/>
          <p:nvPr/>
        </p:nvSpPr>
        <p:spPr>
          <a:xfrm>
            <a:off x="2925203" y="101525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UT System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Setting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E0D5C8E-2DB9-195C-0BA0-564B00582CBE}"/>
              </a:ext>
            </a:extLst>
          </p:cNvPr>
          <p:cNvSpPr/>
          <p:nvPr/>
        </p:nvSpPr>
        <p:spPr>
          <a:xfrm>
            <a:off x="8757183" y="5441298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hlinkClick r:id="rId4" action="ppaction://hlinksldjump"/>
            <a:extLst>
              <a:ext uri="{FF2B5EF4-FFF2-40B4-BE49-F238E27FC236}">
                <a16:creationId xmlns:a16="http://schemas.microsoft.com/office/drawing/2014/main" id="{AD006C05-8CCA-C712-D29D-67BFC2747F2F}"/>
              </a:ext>
            </a:extLst>
          </p:cNvPr>
          <p:cNvSpPr txBox="1"/>
          <p:nvPr/>
        </p:nvSpPr>
        <p:spPr>
          <a:xfrm>
            <a:off x="8749678" y="5465606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15B0646-AA57-1C1D-5FC3-967CEA37B6C1}"/>
              </a:ext>
            </a:extLst>
          </p:cNvPr>
          <p:cNvSpPr/>
          <p:nvPr/>
        </p:nvSpPr>
        <p:spPr>
          <a:xfrm>
            <a:off x="5036407" y="101725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6D7C5-0C7A-F8C3-9FA0-D36434842560}"/>
              </a:ext>
            </a:extLst>
          </p:cNvPr>
          <p:cNvSpPr txBox="1"/>
          <p:nvPr/>
        </p:nvSpPr>
        <p:spPr>
          <a:xfrm>
            <a:off x="5036407" y="101525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EB430F5-FF95-B9FC-E60B-DD0219A3DE39}"/>
              </a:ext>
            </a:extLst>
          </p:cNvPr>
          <p:cNvSpPr/>
          <p:nvPr/>
        </p:nvSpPr>
        <p:spPr>
          <a:xfrm>
            <a:off x="7147611" y="101725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FB9CCD-E617-33B2-2A8F-68DC2B8E8598}"/>
              </a:ext>
            </a:extLst>
          </p:cNvPr>
          <p:cNvSpPr txBox="1"/>
          <p:nvPr/>
        </p:nvSpPr>
        <p:spPr>
          <a:xfrm>
            <a:off x="7147611" y="101525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EXIT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0658019-5EFB-872B-8D8A-7157206B322A}"/>
              </a:ext>
            </a:extLst>
          </p:cNvPr>
          <p:cNvSpPr/>
          <p:nvPr/>
        </p:nvSpPr>
        <p:spPr>
          <a:xfrm>
            <a:off x="2925203" y="2341867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3C1E08-5ABF-4F51-7F92-C8249EF621AD}"/>
              </a:ext>
            </a:extLst>
          </p:cNvPr>
          <p:cNvSpPr txBox="1"/>
          <p:nvPr/>
        </p:nvSpPr>
        <p:spPr>
          <a:xfrm>
            <a:off x="2925203" y="2339870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232D3BE-3039-5B48-DBE2-7AB35023E9B3}"/>
              </a:ext>
            </a:extLst>
          </p:cNvPr>
          <p:cNvSpPr/>
          <p:nvPr/>
        </p:nvSpPr>
        <p:spPr>
          <a:xfrm>
            <a:off x="5036407" y="2341867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F82753-B3E8-C701-A021-8EBC97A95348}"/>
              </a:ext>
            </a:extLst>
          </p:cNvPr>
          <p:cNvSpPr txBox="1"/>
          <p:nvPr/>
        </p:nvSpPr>
        <p:spPr>
          <a:xfrm>
            <a:off x="5036407" y="2339870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193E8CF-2A56-D0E6-2DDD-84557518423D}"/>
              </a:ext>
            </a:extLst>
          </p:cNvPr>
          <p:cNvSpPr/>
          <p:nvPr/>
        </p:nvSpPr>
        <p:spPr>
          <a:xfrm>
            <a:off x="2925203" y="368004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37E8C4-64EB-B690-B054-745D8C36F46A}"/>
              </a:ext>
            </a:extLst>
          </p:cNvPr>
          <p:cNvSpPr txBox="1"/>
          <p:nvPr/>
        </p:nvSpPr>
        <p:spPr>
          <a:xfrm>
            <a:off x="2925203" y="367804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A71E82C-8811-6AFF-158D-BE68C18A1C25}"/>
              </a:ext>
            </a:extLst>
          </p:cNvPr>
          <p:cNvSpPr/>
          <p:nvPr/>
        </p:nvSpPr>
        <p:spPr>
          <a:xfrm>
            <a:off x="5036407" y="3680042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34EA9E-61E7-01A4-9C33-7495D45534D2}"/>
              </a:ext>
            </a:extLst>
          </p:cNvPr>
          <p:cNvSpPr txBox="1"/>
          <p:nvPr/>
        </p:nvSpPr>
        <p:spPr>
          <a:xfrm>
            <a:off x="5036407" y="3678045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EFC3CDC-9772-6FF2-0F12-11A62112CE0A}"/>
              </a:ext>
            </a:extLst>
          </p:cNvPr>
          <p:cNvSpPr/>
          <p:nvPr/>
        </p:nvSpPr>
        <p:spPr>
          <a:xfrm>
            <a:off x="2925203" y="4999141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D68164-4BEE-76D1-3646-1D5DBCBEA264}"/>
              </a:ext>
            </a:extLst>
          </p:cNvPr>
          <p:cNvSpPr txBox="1"/>
          <p:nvPr/>
        </p:nvSpPr>
        <p:spPr>
          <a:xfrm>
            <a:off x="2925203" y="4997144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54859ABD-09F6-C7F7-6ACC-45F8151FB8C4}"/>
              </a:ext>
            </a:extLst>
          </p:cNvPr>
          <p:cNvSpPr/>
          <p:nvPr/>
        </p:nvSpPr>
        <p:spPr>
          <a:xfrm>
            <a:off x="5036407" y="4999141"/>
            <a:ext cx="1667251" cy="115126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C7ABAA-80E2-6654-3A16-8C2D5BBDC85D}"/>
              </a:ext>
            </a:extLst>
          </p:cNvPr>
          <p:cNvSpPr txBox="1"/>
          <p:nvPr/>
        </p:nvSpPr>
        <p:spPr>
          <a:xfrm>
            <a:off x="5036407" y="4997144"/>
            <a:ext cx="1667251" cy="115602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-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82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2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A4C43-8122-30F6-E5D7-2713F107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2F3C3E9E-C2AF-B9D0-47D1-4E4A8E721A04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2CC1AF8A-5D2F-69F4-885E-13BAB011C706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EDE11-873E-968E-5E0A-F9F7B03C4A92}"/>
              </a:ext>
            </a:extLst>
          </p:cNvPr>
          <p:cNvSpPr txBox="1"/>
          <p:nvPr/>
        </p:nvSpPr>
        <p:spPr>
          <a:xfrm>
            <a:off x="1919016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983465-5492-26BB-C30E-8F7FC1B2821C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5E172B96-FFFF-8FC2-C862-4268604EE4EB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B1073162-47B4-543B-E867-1E792BBD80BF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84E6FE-F6A4-3E82-59B3-9900616716E0}"/>
              </a:ext>
            </a:extLst>
          </p:cNvPr>
          <p:cNvSpPr txBox="1"/>
          <p:nvPr/>
        </p:nvSpPr>
        <p:spPr>
          <a:xfrm>
            <a:off x="85598" y="39986"/>
            <a:ext cx="240145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Error Log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22DB5E-DA26-703A-3B97-27100B0A0B96}"/>
              </a:ext>
            </a:extLst>
          </p:cNvPr>
          <p:cNvSpPr/>
          <p:nvPr/>
        </p:nvSpPr>
        <p:spPr>
          <a:xfrm>
            <a:off x="487878" y="1533525"/>
            <a:ext cx="7132122" cy="475297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4C2C7E-4190-15A7-FB46-9569C0267519}"/>
              </a:ext>
            </a:extLst>
          </p:cNvPr>
          <p:cNvSpPr/>
          <p:nvPr/>
        </p:nvSpPr>
        <p:spPr>
          <a:xfrm>
            <a:off x="7703623" y="1533525"/>
            <a:ext cx="666550" cy="475297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2FD2B9-5995-79ED-CF1A-1D1DC7E48A67}"/>
              </a:ext>
            </a:extLst>
          </p:cNvPr>
          <p:cNvSpPr/>
          <p:nvPr/>
        </p:nvSpPr>
        <p:spPr>
          <a:xfrm>
            <a:off x="7703623" y="1533524"/>
            <a:ext cx="666550" cy="62865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BFA42B-E9F5-A370-9B14-31838D6F89AC}"/>
              </a:ext>
            </a:extLst>
          </p:cNvPr>
          <p:cNvSpPr/>
          <p:nvPr/>
        </p:nvSpPr>
        <p:spPr>
          <a:xfrm>
            <a:off x="7703623" y="5648323"/>
            <a:ext cx="666550" cy="62865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AC2CF4-6734-94CB-02F2-20EB6FB27E6E}"/>
              </a:ext>
            </a:extLst>
          </p:cNvPr>
          <p:cNvSpPr/>
          <p:nvPr/>
        </p:nvSpPr>
        <p:spPr>
          <a:xfrm>
            <a:off x="7696201" y="2192437"/>
            <a:ext cx="666549" cy="20321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128802A5-4E30-4CE2-5193-485368D433C3}"/>
              </a:ext>
            </a:extLst>
          </p:cNvPr>
          <p:cNvSpPr/>
          <p:nvPr/>
        </p:nvSpPr>
        <p:spPr>
          <a:xfrm>
            <a:off x="7882891" y="1704974"/>
            <a:ext cx="331470" cy="28575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10B111B9-CF45-7CA0-75A0-2360AEB1D2CE}"/>
              </a:ext>
            </a:extLst>
          </p:cNvPr>
          <p:cNvSpPr/>
          <p:nvPr/>
        </p:nvSpPr>
        <p:spPr>
          <a:xfrm rot="10800000">
            <a:off x="7863741" y="5819773"/>
            <a:ext cx="331470" cy="28575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0211174-0CB1-7688-532B-1A75FCAC10C8}"/>
              </a:ext>
            </a:extLst>
          </p:cNvPr>
          <p:cNvSpPr/>
          <p:nvPr/>
        </p:nvSpPr>
        <p:spPr>
          <a:xfrm>
            <a:off x="8588664" y="150477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9F285B-6A71-77EC-C6B0-D7C7DC24F64A}"/>
              </a:ext>
            </a:extLst>
          </p:cNvPr>
          <p:cNvSpPr txBox="1"/>
          <p:nvPr/>
        </p:nvSpPr>
        <p:spPr>
          <a:xfrm>
            <a:off x="8588664" y="150001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Error Clear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9307211-D69E-DB97-C2CD-005890F04D24}"/>
              </a:ext>
            </a:extLst>
          </p:cNvPr>
          <p:cNvSpPr/>
          <p:nvPr/>
        </p:nvSpPr>
        <p:spPr>
          <a:xfrm>
            <a:off x="8586399" y="2823582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904AD6-754A-650F-5A70-FF5F6E6B5176}"/>
              </a:ext>
            </a:extLst>
          </p:cNvPr>
          <p:cNvSpPr txBox="1"/>
          <p:nvPr/>
        </p:nvSpPr>
        <p:spPr>
          <a:xfrm>
            <a:off x="8586399" y="2818820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Download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2415AE8-D98C-80B1-1B7B-6F173BD17662}"/>
              </a:ext>
            </a:extLst>
          </p:cNvPr>
          <p:cNvSpPr/>
          <p:nvPr/>
        </p:nvSpPr>
        <p:spPr>
          <a:xfrm>
            <a:off x="474445" y="752474"/>
            <a:ext cx="2725955" cy="6286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hlinkClick r:id="rId3" action="ppaction://hlinksldjump"/>
            <a:extLst>
              <a:ext uri="{FF2B5EF4-FFF2-40B4-BE49-F238E27FC236}">
                <a16:creationId xmlns:a16="http://schemas.microsoft.com/office/drawing/2014/main" id="{0D8ABB0F-8A65-FF4D-DCF2-70ED0AD5420F}"/>
              </a:ext>
            </a:extLst>
          </p:cNvPr>
          <p:cNvSpPr txBox="1"/>
          <p:nvPr/>
        </p:nvSpPr>
        <p:spPr>
          <a:xfrm>
            <a:off x="474444" y="740566"/>
            <a:ext cx="2725955" cy="64055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2">
                    <a:lumMod val="50000"/>
                  </a:schemeClr>
                </a:solidFill>
              </a:rPr>
              <a:t>2026-07-13</a:t>
            </a:r>
            <a:endParaRPr lang="ko-KR" alt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07B2FF-88A4-3EF9-236B-8E15C80D74C2}"/>
              </a:ext>
            </a:extLst>
          </p:cNvPr>
          <p:cNvSpPr txBox="1"/>
          <p:nvPr/>
        </p:nvSpPr>
        <p:spPr>
          <a:xfrm>
            <a:off x="566465" y="1573082"/>
            <a:ext cx="6624909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</a:rPr>
              <a:t>2026-07-13 04:04:04 	ER001 	Emergency Error</a:t>
            </a:r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D15BED-EDD3-12E7-1773-75EDD6FEADAA}"/>
              </a:ext>
            </a:extLst>
          </p:cNvPr>
          <p:cNvSpPr txBox="1"/>
          <p:nvPr/>
        </p:nvSpPr>
        <p:spPr>
          <a:xfrm>
            <a:off x="559337" y="1894387"/>
            <a:ext cx="6624909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</a:rPr>
              <a:t>2026-07-13 04:04:04 	ER000 	PLC Safety Stop</a:t>
            </a:r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1212F4E-E15F-6E26-9B3E-BDCC2881F192}"/>
              </a:ext>
            </a:extLst>
          </p:cNvPr>
          <p:cNvSpPr/>
          <p:nvPr/>
        </p:nvSpPr>
        <p:spPr>
          <a:xfrm>
            <a:off x="8593904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hlinkClick r:id="rId4" action="ppaction://hlinksldjump"/>
            <a:extLst>
              <a:ext uri="{FF2B5EF4-FFF2-40B4-BE49-F238E27FC236}">
                <a16:creationId xmlns:a16="http://schemas.microsoft.com/office/drawing/2014/main" id="{67D7D4FC-9922-BBB6-C579-D735FDDBBC81}"/>
              </a:ext>
            </a:extLst>
          </p:cNvPr>
          <p:cNvSpPr txBox="1"/>
          <p:nvPr/>
        </p:nvSpPr>
        <p:spPr>
          <a:xfrm>
            <a:off x="8586399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60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6720C-E8D2-B423-4AC2-8FFDC1B92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B57B6FD3-81BC-5C79-3533-7E807E4EDEE0}"/>
              </a:ext>
            </a:extLst>
          </p:cNvPr>
          <p:cNvSpPr/>
          <p:nvPr/>
        </p:nvSpPr>
        <p:spPr>
          <a:xfrm>
            <a:off x="0" y="-23315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765DE3CE-E500-99AF-2643-ADBC2C198983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3558AD-BD1F-8B6E-57A3-DEB075ED856E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3BB8C1D-DA8D-8E07-9E85-24AF9B6387BA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582784B-BD88-824C-173A-1319D83C1413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190710-CD33-8A77-7D81-EE4B303F7D53}"/>
              </a:ext>
            </a:extLst>
          </p:cNvPr>
          <p:cNvSpPr txBox="1"/>
          <p:nvPr/>
        </p:nvSpPr>
        <p:spPr>
          <a:xfrm>
            <a:off x="85598" y="39986"/>
            <a:ext cx="240145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Log Lists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7DE468-FB29-3ABA-39AC-46595141D44E}"/>
              </a:ext>
            </a:extLst>
          </p:cNvPr>
          <p:cNvSpPr/>
          <p:nvPr/>
        </p:nvSpPr>
        <p:spPr>
          <a:xfrm>
            <a:off x="487878" y="1533525"/>
            <a:ext cx="7132122" cy="475297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44DA70-9DB6-BCA3-D3AE-13FF566F0502}"/>
              </a:ext>
            </a:extLst>
          </p:cNvPr>
          <p:cNvSpPr/>
          <p:nvPr/>
        </p:nvSpPr>
        <p:spPr>
          <a:xfrm>
            <a:off x="7703623" y="1533525"/>
            <a:ext cx="666550" cy="475297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776DF-9A7D-E919-D90D-E66500F67261}"/>
              </a:ext>
            </a:extLst>
          </p:cNvPr>
          <p:cNvSpPr/>
          <p:nvPr/>
        </p:nvSpPr>
        <p:spPr>
          <a:xfrm>
            <a:off x="7703623" y="1533524"/>
            <a:ext cx="666550" cy="62865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19F282-D84D-74D6-5016-D8CFF5E4C68D}"/>
              </a:ext>
            </a:extLst>
          </p:cNvPr>
          <p:cNvSpPr/>
          <p:nvPr/>
        </p:nvSpPr>
        <p:spPr>
          <a:xfrm>
            <a:off x="7703623" y="5648323"/>
            <a:ext cx="666550" cy="628651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83DBF7-B701-A802-A943-AB4D3EE95C64}"/>
              </a:ext>
            </a:extLst>
          </p:cNvPr>
          <p:cNvSpPr/>
          <p:nvPr/>
        </p:nvSpPr>
        <p:spPr>
          <a:xfrm>
            <a:off x="7696201" y="2192437"/>
            <a:ext cx="666549" cy="20321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62005C5B-1FC6-1FDB-1B98-86CE3D8C34C9}"/>
              </a:ext>
            </a:extLst>
          </p:cNvPr>
          <p:cNvSpPr/>
          <p:nvPr/>
        </p:nvSpPr>
        <p:spPr>
          <a:xfrm>
            <a:off x="7882891" y="1704974"/>
            <a:ext cx="331470" cy="28575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33F17B46-B045-D46E-1773-158789131EF0}"/>
              </a:ext>
            </a:extLst>
          </p:cNvPr>
          <p:cNvSpPr/>
          <p:nvPr/>
        </p:nvSpPr>
        <p:spPr>
          <a:xfrm rot="10800000">
            <a:off x="7863741" y="5819773"/>
            <a:ext cx="331470" cy="28575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7D10306-8365-1B90-9C78-59EEAC08B473}"/>
              </a:ext>
            </a:extLst>
          </p:cNvPr>
          <p:cNvSpPr/>
          <p:nvPr/>
        </p:nvSpPr>
        <p:spPr>
          <a:xfrm>
            <a:off x="8588664" y="150477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hlinkClick r:id="rId3" action="ppaction://hlinksldjump"/>
            <a:extLst>
              <a:ext uri="{FF2B5EF4-FFF2-40B4-BE49-F238E27FC236}">
                <a16:creationId xmlns:a16="http://schemas.microsoft.com/office/drawing/2014/main" id="{9085F837-24D8-004F-97CF-3CE2A13B1ABC}"/>
              </a:ext>
            </a:extLst>
          </p:cNvPr>
          <p:cNvSpPr txBox="1"/>
          <p:nvPr/>
        </p:nvSpPr>
        <p:spPr>
          <a:xfrm>
            <a:off x="8588664" y="150001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Select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E28991F-1553-0CA9-7BC4-B0BDAC341C6A}"/>
              </a:ext>
            </a:extLst>
          </p:cNvPr>
          <p:cNvSpPr/>
          <p:nvPr/>
        </p:nvSpPr>
        <p:spPr>
          <a:xfrm>
            <a:off x="8586399" y="2424149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352BA5-4797-7F47-C0E9-5D8A24E4E9DA}"/>
              </a:ext>
            </a:extLst>
          </p:cNvPr>
          <p:cNvSpPr txBox="1"/>
          <p:nvPr/>
        </p:nvSpPr>
        <p:spPr>
          <a:xfrm>
            <a:off x="8586399" y="2419387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Delete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63DBBBB-1210-D489-3392-2AFB2EA0EB72}"/>
              </a:ext>
            </a:extLst>
          </p:cNvPr>
          <p:cNvSpPr/>
          <p:nvPr/>
        </p:nvSpPr>
        <p:spPr>
          <a:xfrm>
            <a:off x="474445" y="752474"/>
            <a:ext cx="2725955" cy="6286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980EA6-48FB-5B24-042B-A710D84C6375}"/>
              </a:ext>
            </a:extLst>
          </p:cNvPr>
          <p:cNvSpPr txBox="1"/>
          <p:nvPr/>
        </p:nvSpPr>
        <p:spPr>
          <a:xfrm>
            <a:off x="474444" y="740566"/>
            <a:ext cx="2725955" cy="64055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2">
                    <a:lumMod val="50000"/>
                  </a:schemeClr>
                </a:solidFill>
              </a:rPr>
              <a:t>2026-07-13</a:t>
            </a:r>
            <a:endParaRPr lang="ko-KR" alt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702BFC-3478-6F76-4E32-1E228B480DD5}"/>
              </a:ext>
            </a:extLst>
          </p:cNvPr>
          <p:cNvSpPr txBox="1"/>
          <p:nvPr/>
        </p:nvSpPr>
        <p:spPr>
          <a:xfrm>
            <a:off x="566465" y="1568677"/>
            <a:ext cx="6981346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Error LOG 2026-07-13 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A5909D-B8F8-0A66-91E6-CA7E351593D8}"/>
              </a:ext>
            </a:extLst>
          </p:cNvPr>
          <p:cNvSpPr txBox="1"/>
          <p:nvPr/>
        </p:nvSpPr>
        <p:spPr>
          <a:xfrm>
            <a:off x="559337" y="1956657"/>
            <a:ext cx="6624909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Error LOG 2026-07-12 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E2911-434A-A74F-58FA-975E863D89E5}"/>
              </a:ext>
            </a:extLst>
          </p:cNvPr>
          <p:cNvSpPr txBox="1"/>
          <p:nvPr/>
        </p:nvSpPr>
        <p:spPr>
          <a:xfrm>
            <a:off x="565807" y="2333364"/>
            <a:ext cx="6624909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Error LOG 2026-07-11 </a:t>
            </a:r>
            <a:endParaRPr lang="ko-KR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026009C-981D-854E-6033-D7C3E76F8AF2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B0364653-3408-9A8C-EB33-892825528936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5F2031-8A60-4052-9FB5-62B610061A3F}"/>
              </a:ext>
            </a:extLst>
          </p:cNvPr>
          <p:cNvSpPr txBox="1"/>
          <p:nvPr/>
        </p:nvSpPr>
        <p:spPr>
          <a:xfrm>
            <a:off x="1919016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94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F6F6D-359E-816E-F8B8-4B046E54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15639E4-3BF4-95F5-9C8F-FE19800DCE03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E4EED5E3-9624-CC85-C4DD-FD4BE1648F00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7F066-A2AA-A5CA-C8B4-CEADC1FD5426}"/>
              </a:ext>
            </a:extLst>
          </p:cNvPr>
          <p:cNvSpPr txBox="1"/>
          <p:nvPr/>
        </p:nvSpPr>
        <p:spPr>
          <a:xfrm>
            <a:off x="2995052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C5334B-F61F-B293-88C5-C0FF97969AAD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AF5DD8A-CA94-C3D4-15AD-513566E727B7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BDAA97FA-6B87-7A9A-453C-4AEDB1D3A680}"/>
              </a:ext>
            </a:extLst>
          </p:cNvPr>
          <p:cNvSpPr/>
          <p:nvPr/>
        </p:nvSpPr>
        <p:spPr>
          <a:xfrm>
            <a:off x="2252274" y="1216709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936831D-9242-61FA-0008-09236DCE1B70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8C44D66-57B9-4A6A-A5EA-D40C35ADBD4D}"/>
              </a:ext>
            </a:extLst>
          </p:cNvPr>
          <p:cNvSpPr txBox="1"/>
          <p:nvPr/>
        </p:nvSpPr>
        <p:spPr>
          <a:xfrm>
            <a:off x="85598" y="39986"/>
            <a:ext cx="3477491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Manual Control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D99DBB2-E58A-CB21-A2B7-6BE1BFE01531}"/>
              </a:ext>
            </a:extLst>
          </p:cNvPr>
          <p:cNvSpPr/>
          <p:nvPr/>
        </p:nvSpPr>
        <p:spPr>
          <a:xfrm>
            <a:off x="899724" y="1912307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8C84166-39DC-194A-94F2-86A40F7BB2F1}"/>
              </a:ext>
            </a:extLst>
          </p:cNvPr>
          <p:cNvSpPr/>
          <p:nvPr/>
        </p:nvSpPr>
        <p:spPr>
          <a:xfrm>
            <a:off x="2252274" y="2631513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A7022E-FBC0-262A-0210-2180EBD23AC8}"/>
              </a:ext>
            </a:extLst>
          </p:cNvPr>
          <p:cNvSpPr/>
          <p:nvPr/>
        </p:nvSpPr>
        <p:spPr>
          <a:xfrm>
            <a:off x="3530764" y="1912307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2611CA67-2BB9-FFC5-1484-67D3C871462D}"/>
              </a:ext>
            </a:extLst>
          </p:cNvPr>
          <p:cNvSpPr/>
          <p:nvPr/>
        </p:nvSpPr>
        <p:spPr>
          <a:xfrm>
            <a:off x="2394836" y="1372115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09804EC0-DB94-C373-7D3F-DE915BF989DB}"/>
              </a:ext>
            </a:extLst>
          </p:cNvPr>
          <p:cNvSpPr/>
          <p:nvPr/>
        </p:nvSpPr>
        <p:spPr>
          <a:xfrm rot="16200000">
            <a:off x="1029328" y="2059505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0D0635CF-3BAF-513D-881E-4432E59534F7}"/>
              </a:ext>
            </a:extLst>
          </p:cNvPr>
          <p:cNvSpPr/>
          <p:nvPr/>
        </p:nvSpPr>
        <p:spPr>
          <a:xfrm rot="5400000">
            <a:off x="3660368" y="2035252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A4F11B16-51C0-10CF-8085-CACAAD06E836}"/>
              </a:ext>
            </a:extLst>
          </p:cNvPr>
          <p:cNvSpPr/>
          <p:nvPr/>
        </p:nvSpPr>
        <p:spPr>
          <a:xfrm rot="10800000">
            <a:off x="2381878" y="2778711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BCB72ED-162E-AE23-2EC3-03D50FDD6C6D}"/>
              </a:ext>
            </a:extLst>
          </p:cNvPr>
          <p:cNvSpPr/>
          <p:nvPr/>
        </p:nvSpPr>
        <p:spPr>
          <a:xfrm>
            <a:off x="4928799" y="1392734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45C15428-94C1-E1C1-2DAD-ACF5C313677F}"/>
              </a:ext>
            </a:extLst>
          </p:cNvPr>
          <p:cNvSpPr/>
          <p:nvPr/>
        </p:nvSpPr>
        <p:spPr>
          <a:xfrm>
            <a:off x="5071361" y="1557376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5BDEA0F-C737-1411-A778-9054AAA747C3}"/>
              </a:ext>
            </a:extLst>
          </p:cNvPr>
          <p:cNvSpPr/>
          <p:nvPr/>
        </p:nvSpPr>
        <p:spPr>
          <a:xfrm>
            <a:off x="4928799" y="2524521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48EE2D02-F498-A45C-8BF6-53DC373EA7C3}"/>
              </a:ext>
            </a:extLst>
          </p:cNvPr>
          <p:cNvSpPr/>
          <p:nvPr/>
        </p:nvSpPr>
        <p:spPr>
          <a:xfrm rot="10800000">
            <a:off x="5058403" y="2680955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778B8FE-B473-AAFD-2358-47E758472E13}"/>
              </a:ext>
            </a:extLst>
          </p:cNvPr>
          <p:cNvSpPr/>
          <p:nvPr/>
        </p:nvSpPr>
        <p:spPr>
          <a:xfrm>
            <a:off x="8593906" y="936723"/>
            <a:ext cx="1667251" cy="761688"/>
          </a:xfrm>
          <a:prstGeom prst="roundRect">
            <a:avLst>
              <a:gd name="adj" fmla="val 5460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7FC8E3-EEEA-23AA-9A43-AD47C67C0126}"/>
              </a:ext>
            </a:extLst>
          </p:cNvPr>
          <p:cNvSpPr txBox="1"/>
          <p:nvPr/>
        </p:nvSpPr>
        <p:spPr>
          <a:xfrm>
            <a:off x="8586399" y="938587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MUTE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6F6EF9C-2BF7-FE35-848B-08A764100604}"/>
              </a:ext>
            </a:extLst>
          </p:cNvPr>
          <p:cNvSpPr/>
          <p:nvPr/>
        </p:nvSpPr>
        <p:spPr>
          <a:xfrm>
            <a:off x="8593906" y="190957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D7EC1B-D321-10F5-698B-EF9E85E83CAE}"/>
              </a:ext>
            </a:extLst>
          </p:cNvPr>
          <p:cNvSpPr txBox="1"/>
          <p:nvPr/>
        </p:nvSpPr>
        <p:spPr>
          <a:xfrm>
            <a:off x="8586400" y="1909573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RESET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0F8131-6435-033E-2CD4-C1F9646C592B}"/>
              </a:ext>
            </a:extLst>
          </p:cNvPr>
          <p:cNvSpPr txBox="1"/>
          <p:nvPr/>
        </p:nvSpPr>
        <p:spPr>
          <a:xfrm>
            <a:off x="2049616" y="2157787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AMR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1B592D-B8F5-861F-B50B-A35DB8BE4F6C}"/>
              </a:ext>
            </a:extLst>
          </p:cNvPr>
          <p:cNvSpPr txBox="1"/>
          <p:nvPr/>
        </p:nvSpPr>
        <p:spPr>
          <a:xfrm>
            <a:off x="4751393" y="938587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LIFT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B540272-48F6-C183-04F9-7117CF0E4FB7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hlinkClick r:id="rId3" action="ppaction://hlinksldjump"/>
            <a:extLst>
              <a:ext uri="{FF2B5EF4-FFF2-40B4-BE49-F238E27FC236}">
                <a16:creationId xmlns:a16="http://schemas.microsoft.com/office/drawing/2014/main" id="{5D5A1D94-65C6-74E0-1148-9C3B87391449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7491238-83DF-4B00-F066-C74F893F079B}"/>
              </a:ext>
            </a:extLst>
          </p:cNvPr>
          <p:cNvSpPr/>
          <p:nvPr/>
        </p:nvSpPr>
        <p:spPr>
          <a:xfrm>
            <a:off x="949500" y="4231836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CA5FF881-CE68-5844-8D70-52984D73CE4B}"/>
              </a:ext>
            </a:extLst>
          </p:cNvPr>
          <p:cNvSpPr/>
          <p:nvPr/>
        </p:nvSpPr>
        <p:spPr>
          <a:xfrm>
            <a:off x="1092062" y="4387242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FEB128-DE76-5313-A018-EF761ED5670E}"/>
              </a:ext>
            </a:extLst>
          </p:cNvPr>
          <p:cNvSpPr/>
          <p:nvPr/>
        </p:nvSpPr>
        <p:spPr>
          <a:xfrm>
            <a:off x="949500" y="5363623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B021477A-825A-2208-7F15-301657FBCC8A}"/>
              </a:ext>
            </a:extLst>
          </p:cNvPr>
          <p:cNvSpPr/>
          <p:nvPr/>
        </p:nvSpPr>
        <p:spPr>
          <a:xfrm rot="10800000">
            <a:off x="1079104" y="5510821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0F9904-3532-5426-6873-506033B67C76}"/>
              </a:ext>
            </a:extLst>
          </p:cNvPr>
          <p:cNvSpPr txBox="1"/>
          <p:nvPr/>
        </p:nvSpPr>
        <p:spPr>
          <a:xfrm>
            <a:off x="746842" y="3834350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Trig1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081639C-74B6-5ED6-EF02-ECA5710C3D1D}"/>
              </a:ext>
            </a:extLst>
          </p:cNvPr>
          <p:cNvSpPr/>
          <p:nvPr/>
        </p:nvSpPr>
        <p:spPr>
          <a:xfrm>
            <a:off x="2157733" y="4231836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155BBF43-798B-48F8-6C3A-C2A9BEFA8519}"/>
              </a:ext>
            </a:extLst>
          </p:cNvPr>
          <p:cNvSpPr/>
          <p:nvPr/>
        </p:nvSpPr>
        <p:spPr>
          <a:xfrm>
            <a:off x="2300295" y="4387242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884CA29-5DB7-0BA4-6AE1-B82BFC86C235}"/>
              </a:ext>
            </a:extLst>
          </p:cNvPr>
          <p:cNvSpPr/>
          <p:nvPr/>
        </p:nvSpPr>
        <p:spPr>
          <a:xfrm>
            <a:off x="2157733" y="5363623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F55E538A-8D6E-6A1A-68FF-5F966646918D}"/>
              </a:ext>
            </a:extLst>
          </p:cNvPr>
          <p:cNvSpPr/>
          <p:nvPr/>
        </p:nvSpPr>
        <p:spPr>
          <a:xfrm rot="10800000">
            <a:off x="2287337" y="5510821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9D84CC-FE47-1B60-8339-D5D82D99E163}"/>
              </a:ext>
            </a:extLst>
          </p:cNvPr>
          <p:cNvSpPr txBox="1"/>
          <p:nvPr/>
        </p:nvSpPr>
        <p:spPr>
          <a:xfrm>
            <a:off x="1955075" y="3834350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Trig2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8AB6F4D-9ECB-3686-0D34-278C77B509A3}"/>
              </a:ext>
            </a:extLst>
          </p:cNvPr>
          <p:cNvSpPr/>
          <p:nvPr/>
        </p:nvSpPr>
        <p:spPr>
          <a:xfrm>
            <a:off x="3365966" y="4220684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87C90BB3-0F6C-B1FB-89DE-E51B3ECECDAF}"/>
              </a:ext>
            </a:extLst>
          </p:cNvPr>
          <p:cNvSpPr/>
          <p:nvPr/>
        </p:nvSpPr>
        <p:spPr>
          <a:xfrm>
            <a:off x="3508528" y="4376090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A492666-3161-0498-BCBA-38BF6BBA3EBC}"/>
              </a:ext>
            </a:extLst>
          </p:cNvPr>
          <p:cNvSpPr/>
          <p:nvPr/>
        </p:nvSpPr>
        <p:spPr>
          <a:xfrm>
            <a:off x="3365966" y="5352471"/>
            <a:ext cx="769499" cy="734301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6CFC122A-F948-0EC0-359A-48A0A47FC1FC}"/>
              </a:ext>
            </a:extLst>
          </p:cNvPr>
          <p:cNvSpPr/>
          <p:nvPr/>
        </p:nvSpPr>
        <p:spPr>
          <a:xfrm rot="10800000">
            <a:off x="3495570" y="5499669"/>
            <a:ext cx="510289" cy="43990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B2BB47-B767-FF47-7E42-5B96B70B6D44}"/>
              </a:ext>
            </a:extLst>
          </p:cNvPr>
          <p:cNvSpPr txBox="1"/>
          <p:nvPr/>
        </p:nvSpPr>
        <p:spPr>
          <a:xfrm>
            <a:off x="3163308" y="3823198"/>
            <a:ext cx="120072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Trig3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30CE54CC-87A0-1B49-ACC7-B83E10735ED4}"/>
              </a:ext>
            </a:extLst>
          </p:cNvPr>
          <p:cNvGrpSpPr/>
          <p:nvPr/>
        </p:nvGrpSpPr>
        <p:grpSpPr>
          <a:xfrm>
            <a:off x="151180" y="779647"/>
            <a:ext cx="1518043" cy="1075840"/>
            <a:chOff x="345248" y="760076"/>
            <a:chExt cx="1518043" cy="1075840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D7D3EAC-9C0F-72C4-F0B0-1F2A5E0906CC}"/>
                </a:ext>
              </a:extLst>
            </p:cNvPr>
            <p:cNvSpPr/>
            <p:nvPr/>
          </p:nvSpPr>
          <p:spPr>
            <a:xfrm>
              <a:off x="345248" y="760076"/>
              <a:ext cx="1518043" cy="10758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ko-KR" altLang="en-US" sz="9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53610EC-7049-28D3-DFF1-D9767F4E7B21}"/>
                </a:ext>
              </a:extLst>
            </p:cNvPr>
            <p:cNvSpPr txBox="1"/>
            <p:nvPr/>
          </p:nvSpPr>
          <p:spPr>
            <a:xfrm>
              <a:off x="637267" y="1037338"/>
              <a:ext cx="33694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9A6803B-C33D-889F-5C06-4D7D92898D8F}"/>
                </a:ext>
              </a:extLst>
            </p:cNvPr>
            <p:cNvSpPr txBox="1"/>
            <p:nvPr/>
          </p:nvSpPr>
          <p:spPr>
            <a:xfrm>
              <a:off x="637267" y="1270070"/>
              <a:ext cx="33694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B37E31-15B3-921E-61D2-239F0737D563}"/>
                </a:ext>
              </a:extLst>
            </p:cNvPr>
            <p:cNvSpPr txBox="1"/>
            <p:nvPr/>
          </p:nvSpPr>
          <p:spPr>
            <a:xfrm>
              <a:off x="637267" y="1499532"/>
              <a:ext cx="33694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l-GR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θ</a:t>
              </a:r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86C3F0A-9987-6E71-BAAE-C1D8A962057F}"/>
                </a:ext>
              </a:extLst>
            </p:cNvPr>
            <p:cNvSpPr txBox="1"/>
            <p:nvPr/>
          </p:nvSpPr>
          <p:spPr>
            <a:xfrm>
              <a:off x="974216" y="1037338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8C308F-21DF-9063-C7EE-522F7AFB691C}"/>
                </a:ext>
              </a:extLst>
            </p:cNvPr>
            <p:cNvSpPr txBox="1"/>
            <p:nvPr/>
          </p:nvSpPr>
          <p:spPr>
            <a:xfrm>
              <a:off x="977960" y="1270070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81E389C-2591-841E-2607-56C201B2C62B}"/>
                </a:ext>
              </a:extLst>
            </p:cNvPr>
            <p:cNvSpPr txBox="1"/>
            <p:nvPr/>
          </p:nvSpPr>
          <p:spPr>
            <a:xfrm>
              <a:off x="977960" y="1499532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56335E-CD46-84BD-5C91-6648B9021C2C}"/>
                </a:ext>
              </a:extLst>
            </p:cNvPr>
            <p:cNvSpPr txBox="1"/>
            <p:nvPr/>
          </p:nvSpPr>
          <p:spPr>
            <a:xfrm>
              <a:off x="369705" y="765267"/>
              <a:ext cx="711333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AMR Pos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79458E67-1C22-7A90-B00F-D414D7C96BE2}"/>
              </a:ext>
            </a:extLst>
          </p:cNvPr>
          <p:cNvGrpSpPr/>
          <p:nvPr/>
        </p:nvGrpSpPr>
        <p:grpSpPr>
          <a:xfrm>
            <a:off x="5909874" y="836198"/>
            <a:ext cx="1518043" cy="789615"/>
            <a:chOff x="5952121" y="1381651"/>
            <a:chExt cx="1518043" cy="789615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0DEDCE3A-5F46-1841-0F92-615D379CAA05}"/>
                </a:ext>
              </a:extLst>
            </p:cNvPr>
            <p:cNvSpPr/>
            <p:nvPr/>
          </p:nvSpPr>
          <p:spPr>
            <a:xfrm>
              <a:off x="5952121" y="1381651"/>
              <a:ext cx="1518043" cy="7896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ko-KR" altLang="en-US" sz="9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A9AC23F-9EC3-6668-A3D1-B5317F4DC087}"/>
                </a:ext>
              </a:extLst>
            </p:cNvPr>
            <p:cNvSpPr txBox="1"/>
            <p:nvPr/>
          </p:nvSpPr>
          <p:spPr>
            <a:xfrm>
              <a:off x="6244140" y="1658913"/>
              <a:ext cx="33694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4330973-C067-D99D-5D88-370044776283}"/>
                </a:ext>
              </a:extLst>
            </p:cNvPr>
            <p:cNvSpPr txBox="1"/>
            <p:nvPr/>
          </p:nvSpPr>
          <p:spPr>
            <a:xfrm>
              <a:off x="6581089" y="1658913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D5225E5-2B41-D06C-A1D9-77DE6FF388C8}"/>
                </a:ext>
              </a:extLst>
            </p:cNvPr>
            <p:cNvSpPr txBox="1"/>
            <p:nvPr/>
          </p:nvSpPr>
          <p:spPr>
            <a:xfrm>
              <a:off x="5976578" y="1386842"/>
              <a:ext cx="943830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Lift Height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4AC0493-84D7-F7E2-73F3-282567AF558E}"/>
                </a:ext>
              </a:extLst>
            </p:cNvPr>
            <p:cNvSpPr txBox="1"/>
            <p:nvPr/>
          </p:nvSpPr>
          <p:spPr>
            <a:xfrm>
              <a:off x="5996490" y="1859417"/>
              <a:ext cx="663310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Status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542EB03-ACC6-5EF1-1D51-99E57A2A9143}"/>
                </a:ext>
              </a:extLst>
            </p:cNvPr>
            <p:cNvSpPr txBox="1"/>
            <p:nvPr/>
          </p:nvSpPr>
          <p:spPr>
            <a:xfrm>
              <a:off x="6588594" y="1868920"/>
              <a:ext cx="711335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6CD39CB-DFF7-B2FD-9580-1E949B8AB824}"/>
              </a:ext>
            </a:extLst>
          </p:cNvPr>
          <p:cNvGrpSpPr/>
          <p:nvPr/>
        </p:nvGrpSpPr>
        <p:grpSpPr>
          <a:xfrm>
            <a:off x="4522044" y="4213834"/>
            <a:ext cx="2453059" cy="1019311"/>
            <a:chOff x="8476935" y="3196211"/>
            <a:chExt cx="2453059" cy="1019311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F8D8197-91F5-B73F-30D0-1DEE62101230}"/>
                </a:ext>
              </a:extLst>
            </p:cNvPr>
            <p:cNvSpPr/>
            <p:nvPr/>
          </p:nvSpPr>
          <p:spPr>
            <a:xfrm>
              <a:off x="8476935" y="3196211"/>
              <a:ext cx="2453059" cy="10193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ko-KR" altLang="en-US" sz="9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95BA4A9-CECD-2A01-4ADB-1791C3092416}"/>
                </a:ext>
              </a:extLst>
            </p:cNvPr>
            <p:cNvSpPr txBox="1"/>
            <p:nvPr/>
          </p:nvSpPr>
          <p:spPr>
            <a:xfrm>
              <a:off x="8768954" y="3644923"/>
              <a:ext cx="29172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3BF0738-6071-D231-3F28-BF7DC11684D2}"/>
                </a:ext>
              </a:extLst>
            </p:cNvPr>
            <p:cNvSpPr txBox="1"/>
            <p:nvPr/>
          </p:nvSpPr>
          <p:spPr>
            <a:xfrm>
              <a:off x="9105904" y="3644923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1C6B083-3B76-B11C-80C8-CA9BC3B2D832}"/>
                </a:ext>
              </a:extLst>
            </p:cNvPr>
            <p:cNvSpPr txBox="1"/>
            <p:nvPr/>
          </p:nvSpPr>
          <p:spPr>
            <a:xfrm>
              <a:off x="8501392" y="3201402"/>
              <a:ext cx="943830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Out Trigger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80A50B7-90F1-24AD-AF4F-1F9DF07BDF33}"/>
                </a:ext>
              </a:extLst>
            </p:cNvPr>
            <p:cNvSpPr txBox="1"/>
            <p:nvPr/>
          </p:nvSpPr>
          <p:spPr>
            <a:xfrm>
              <a:off x="8521304" y="3845427"/>
              <a:ext cx="574279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Status :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EE91376-68B6-90CD-D84F-C271EF2D55DD}"/>
                </a:ext>
              </a:extLst>
            </p:cNvPr>
            <p:cNvSpPr txBox="1"/>
            <p:nvPr/>
          </p:nvSpPr>
          <p:spPr>
            <a:xfrm>
              <a:off x="9113409" y="3854930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45786D0-99B4-B1BC-43D5-CA36E4805BD1}"/>
                </a:ext>
              </a:extLst>
            </p:cNvPr>
            <p:cNvSpPr txBox="1"/>
            <p:nvPr/>
          </p:nvSpPr>
          <p:spPr>
            <a:xfrm>
              <a:off x="9105904" y="3477058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7A0659B-2626-C10C-170F-7B3AA99AD969}"/>
                </a:ext>
              </a:extLst>
            </p:cNvPr>
            <p:cNvSpPr txBox="1"/>
            <p:nvPr/>
          </p:nvSpPr>
          <p:spPr>
            <a:xfrm>
              <a:off x="9591679" y="3644923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D9AD49E-3C6E-D5EB-3528-E3B442C8B816}"/>
                </a:ext>
              </a:extLst>
            </p:cNvPr>
            <p:cNvSpPr txBox="1"/>
            <p:nvPr/>
          </p:nvSpPr>
          <p:spPr>
            <a:xfrm>
              <a:off x="9599184" y="3854930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1C4C6B9-0DD8-C7F4-35AD-6B083EBDEDAB}"/>
                </a:ext>
              </a:extLst>
            </p:cNvPr>
            <p:cNvSpPr txBox="1"/>
            <p:nvPr/>
          </p:nvSpPr>
          <p:spPr>
            <a:xfrm>
              <a:off x="9591679" y="3477058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C99CACC-E889-388B-EEE6-D874452667AC}"/>
                </a:ext>
              </a:extLst>
            </p:cNvPr>
            <p:cNvSpPr txBox="1"/>
            <p:nvPr/>
          </p:nvSpPr>
          <p:spPr>
            <a:xfrm>
              <a:off x="10038958" y="3644923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0.00 m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83B2A7C-EE51-3B9B-50F0-CBC4BF95FB32}"/>
                </a:ext>
              </a:extLst>
            </p:cNvPr>
            <p:cNvSpPr txBox="1"/>
            <p:nvPr/>
          </p:nvSpPr>
          <p:spPr>
            <a:xfrm>
              <a:off x="10046463" y="3854930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EAC5FC0-21F5-E7DA-DF8E-DAB38A64BE77}"/>
                </a:ext>
              </a:extLst>
            </p:cNvPr>
            <p:cNvSpPr txBox="1"/>
            <p:nvPr/>
          </p:nvSpPr>
          <p:spPr>
            <a:xfrm>
              <a:off x="10038958" y="3477058"/>
              <a:ext cx="615858" cy="2308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625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A8C4-FC89-53EA-03D1-8EAEF2D3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A59875E2-B90A-89B2-9342-DCD8BBAEC247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E84A96-DF78-A044-9C90-E094E07A067F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4D42370-C40A-C366-AA5C-625D2A55ABAD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8B3826F2-AF27-7872-F558-3AD8C88984D6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EDBDB2-449D-ECE0-9428-4A68265F7D17}"/>
              </a:ext>
            </a:extLst>
          </p:cNvPr>
          <p:cNvSpPr txBox="1"/>
          <p:nvPr/>
        </p:nvSpPr>
        <p:spPr>
          <a:xfrm>
            <a:off x="85598" y="39986"/>
            <a:ext cx="2943352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System Setting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2C651D1-40A5-5985-3DEB-985A016C59BB}"/>
              </a:ext>
            </a:extLst>
          </p:cNvPr>
          <p:cNvSpPr/>
          <p:nvPr/>
        </p:nvSpPr>
        <p:spPr>
          <a:xfrm>
            <a:off x="8588664" y="91422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hlinkClick r:id="rId3" action="ppaction://hlinksldjump"/>
            <a:extLst>
              <a:ext uri="{FF2B5EF4-FFF2-40B4-BE49-F238E27FC236}">
                <a16:creationId xmlns:a16="http://schemas.microsoft.com/office/drawing/2014/main" id="{820E4A17-4619-AA55-AE42-C0AC98BD87B3}"/>
              </a:ext>
            </a:extLst>
          </p:cNvPr>
          <p:cNvSpPr txBox="1"/>
          <p:nvPr/>
        </p:nvSpPr>
        <p:spPr>
          <a:xfrm>
            <a:off x="8588664" y="90946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Save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59280F-8507-62C3-2EEA-5998374AFF50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9D5E1648-363C-4FA7-0B08-9C64F89D810E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E9C3A-09C7-EEE5-4901-4A898C9927A2}"/>
              </a:ext>
            </a:extLst>
          </p:cNvPr>
          <p:cNvSpPr txBox="1"/>
          <p:nvPr/>
        </p:nvSpPr>
        <p:spPr>
          <a:xfrm>
            <a:off x="2862774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820EA1-D817-243F-68CC-B6AC2EB2C07A}"/>
              </a:ext>
            </a:extLst>
          </p:cNvPr>
          <p:cNvGrpSpPr/>
          <p:nvPr/>
        </p:nvGrpSpPr>
        <p:grpSpPr>
          <a:xfrm>
            <a:off x="241305" y="960096"/>
            <a:ext cx="4265542" cy="346755"/>
            <a:chOff x="268834" y="786720"/>
            <a:chExt cx="8032388" cy="65297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3E4B201-EC12-AA2D-DFFD-FF13791AB35D}"/>
                </a:ext>
              </a:extLst>
            </p:cNvPr>
            <p:cNvSpPr/>
            <p:nvPr/>
          </p:nvSpPr>
          <p:spPr>
            <a:xfrm>
              <a:off x="2055596" y="81104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192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227DC8D2-96DD-4AB3-0D83-CD5DE6D0242F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hlinkClick r:id="rId4" action="ppaction://hlinksldjump"/>
              <a:extLst>
                <a:ext uri="{FF2B5EF4-FFF2-40B4-BE49-F238E27FC236}">
                  <a16:creationId xmlns:a16="http://schemas.microsoft.com/office/drawing/2014/main" id="{1A91AEE8-316E-6F3D-24AF-663D1141728F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IP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BEC4A5B-8EDB-9771-15B4-9AA5CD627F6B}"/>
                </a:ext>
              </a:extLst>
            </p:cNvPr>
            <p:cNvSpPr/>
            <p:nvPr/>
          </p:nvSpPr>
          <p:spPr>
            <a:xfrm>
              <a:off x="3684810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168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E625DBB-0E7A-5FD6-28EA-5678DB094BFD}"/>
                </a:ext>
              </a:extLst>
            </p:cNvPr>
            <p:cNvSpPr/>
            <p:nvPr/>
          </p:nvSpPr>
          <p:spPr>
            <a:xfrm>
              <a:off x="5263451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E8DE2FD-8567-50A0-D284-B782B7DB243F}"/>
                </a:ext>
              </a:extLst>
            </p:cNvPr>
            <p:cNvSpPr/>
            <p:nvPr/>
          </p:nvSpPr>
          <p:spPr>
            <a:xfrm>
              <a:off x="6842092" y="78672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7E827DA-756C-6BE7-EBD6-74D5B3ECD74E}"/>
              </a:ext>
            </a:extLst>
          </p:cNvPr>
          <p:cNvGrpSpPr/>
          <p:nvPr/>
        </p:nvGrpSpPr>
        <p:grpSpPr>
          <a:xfrm>
            <a:off x="241305" y="1387354"/>
            <a:ext cx="4265542" cy="346755"/>
            <a:chOff x="268834" y="786720"/>
            <a:chExt cx="8032388" cy="652970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9ECE4DB-B3E7-5BFD-61D0-9E9152524A9B}"/>
                </a:ext>
              </a:extLst>
            </p:cNvPr>
            <p:cNvSpPr/>
            <p:nvPr/>
          </p:nvSpPr>
          <p:spPr>
            <a:xfrm>
              <a:off x="2055596" y="81104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255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B89A6AD7-2164-07AF-F5C5-4692EC25ABC2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hlinkClick r:id="rId4" action="ppaction://hlinksldjump"/>
              <a:extLst>
                <a:ext uri="{FF2B5EF4-FFF2-40B4-BE49-F238E27FC236}">
                  <a16:creationId xmlns:a16="http://schemas.microsoft.com/office/drawing/2014/main" id="{A4C034CD-3BBD-97A6-B891-4939514A46CF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Sub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87701E3-12CD-AEF5-CB8A-385F620EF39B}"/>
                </a:ext>
              </a:extLst>
            </p:cNvPr>
            <p:cNvSpPr/>
            <p:nvPr/>
          </p:nvSpPr>
          <p:spPr>
            <a:xfrm>
              <a:off x="3684810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255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6C9D9CC-643D-E14D-9D6D-A88DCF7E8B00}"/>
                </a:ext>
              </a:extLst>
            </p:cNvPr>
            <p:cNvSpPr/>
            <p:nvPr/>
          </p:nvSpPr>
          <p:spPr>
            <a:xfrm>
              <a:off x="5263451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255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442EFF1-8724-F4BC-4872-444692037405}"/>
                </a:ext>
              </a:extLst>
            </p:cNvPr>
            <p:cNvSpPr/>
            <p:nvPr/>
          </p:nvSpPr>
          <p:spPr>
            <a:xfrm>
              <a:off x="6842092" y="78672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99C4FF1-13F9-26DD-FFA0-A6105C57580B}"/>
              </a:ext>
            </a:extLst>
          </p:cNvPr>
          <p:cNvGrpSpPr/>
          <p:nvPr/>
        </p:nvGrpSpPr>
        <p:grpSpPr>
          <a:xfrm>
            <a:off x="241305" y="1809901"/>
            <a:ext cx="2588891" cy="343307"/>
            <a:chOff x="268834" y="793212"/>
            <a:chExt cx="4875106" cy="646478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6DF3A9A-7264-07AD-9AE0-C18E6E8F89F6}"/>
                </a:ext>
              </a:extLst>
            </p:cNvPr>
            <p:cNvSpPr/>
            <p:nvPr/>
          </p:nvSpPr>
          <p:spPr>
            <a:xfrm>
              <a:off x="2055595" y="811039"/>
              <a:ext cx="3088345" cy="6286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5800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8122AEA-2FAE-4B2E-4229-86A0F9E2FC40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hlinkClick r:id="rId4" action="ppaction://hlinksldjump"/>
              <a:extLst>
                <a:ext uri="{FF2B5EF4-FFF2-40B4-BE49-F238E27FC236}">
                  <a16:creationId xmlns:a16="http://schemas.microsoft.com/office/drawing/2014/main" id="{C6E57DF5-94C4-A015-9008-F266A4B655B0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Port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86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5BB74-80F0-C7D5-0FA4-A51CEB84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1F96CEEF-77F1-245B-487D-9F7CC07D0CC8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6B3637-0846-6F5D-0083-02E6F8076A10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83B240-C645-127C-2747-47A348F64008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69C5B9FB-4778-EA83-BF0D-52EF295106B7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6F9C19-92C7-1772-36D8-893742C4ADA4}"/>
              </a:ext>
            </a:extLst>
          </p:cNvPr>
          <p:cNvSpPr txBox="1"/>
          <p:nvPr/>
        </p:nvSpPr>
        <p:spPr>
          <a:xfrm>
            <a:off x="85597" y="39986"/>
            <a:ext cx="346722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UT System Setting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B776324-DC48-52F2-D9B9-04FF4EA3E8D2}"/>
              </a:ext>
            </a:extLst>
          </p:cNvPr>
          <p:cNvSpPr/>
          <p:nvPr/>
        </p:nvSpPr>
        <p:spPr>
          <a:xfrm>
            <a:off x="8588664" y="91422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hlinkClick r:id="rId3" action="ppaction://hlinksldjump"/>
            <a:extLst>
              <a:ext uri="{FF2B5EF4-FFF2-40B4-BE49-F238E27FC236}">
                <a16:creationId xmlns:a16="http://schemas.microsoft.com/office/drawing/2014/main" id="{B1620558-B24E-782B-F4F8-B9155A968559}"/>
              </a:ext>
            </a:extLst>
          </p:cNvPr>
          <p:cNvSpPr txBox="1"/>
          <p:nvPr/>
        </p:nvSpPr>
        <p:spPr>
          <a:xfrm>
            <a:off x="8588664" y="90946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Save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AB79F2B-B604-C1AD-7A93-C7FC5DAFF4B9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3B760A72-EA7E-54E6-B7B1-BA1BB9E9D714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FE61C-5A8A-8387-8D61-B37FDB9C2CA8}"/>
              </a:ext>
            </a:extLst>
          </p:cNvPr>
          <p:cNvSpPr txBox="1"/>
          <p:nvPr/>
        </p:nvSpPr>
        <p:spPr>
          <a:xfrm>
            <a:off x="3281091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CA9EA94-0988-1A88-95AB-9013B7D0B393}"/>
              </a:ext>
            </a:extLst>
          </p:cNvPr>
          <p:cNvGrpSpPr/>
          <p:nvPr/>
        </p:nvGrpSpPr>
        <p:grpSpPr>
          <a:xfrm>
            <a:off x="241305" y="960096"/>
            <a:ext cx="4265542" cy="346755"/>
            <a:chOff x="268834" y="786720"/>
            <a:chExt cx="8032388" cy="65297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19754A3-A1FB-BB3E-1F32-5B6873A4383F}"/>
                </a:ext>
              </a:extLst>
            </p:cNvPr>
            <p:cNvSpPr/>
            <p:nvPr/>
          </p:nvSpPr>
          <p:spPr>
            <a:xfrm>
              <a:off x="2055596" y="81104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192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FBE05E57-9DFA-0B21-03C8-78EF95D972D1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hlinkClick r:id="rId4" action="ppaction://hlinksldjump"/>
              <a:extLst>
                <a:ext uri="{FF2B5EF4-FFF2-40B4-BE49-F238E27FC236}">
                  <a16:creationId xmlns:a16="http://schemas.microsoft.com/office/drawing/2014/main" id="{FB79D8DD-07AE-1A14-2C23-463FD04B97D9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IP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46FF8A5-D3A5-79F2-91C7-183890CFE7ED}"/>
                </a:ext>
              </a:extLst>
            </p:cNvPr>
            <p:cNvSpPr/>
            <p:nvPr/>
          </p:nvSpPr>
          <p:spPr>
            <a:xfrm>
              <a:off x="3684810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168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41508F8-879C-B8B2-2CE9-3F41AD60BB09}"/>
                </a:ext>
              </a:extLst>
            </p:cNvPr>
            <p:cNvSpPr/>
            <p:nvPr/>
          </p:nvSpPr>
          <p:spPr>
            <a:xfrm>
              <a:off x="5263451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8C8A672-C50E-E9D2-4902-36EDAD7EE546}"/>
                </a:ext>
              </a:extLst>
            </p:cNvPr>
            <p:cNvSpPr/>
            <p:nvPr/>
          </p:nvSpPr>
          <p:spPr>
            <a:xfrm>
              <a:off x="6842092" y="78672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100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7821264-DC3F-DE80-B4BC-866232B6D720}"/>
              </a:ext>
            </a:extLst>
          </p:cNvPr>
          <p:cNvGrpSpPr/>
          <p:nvPr/>
        </p:nvGrpSpPr>
        <p:grpSpPr>
          <a:xfrm>
            <a:off x="241305" y="1390801"/>
            <a:ext cx="2588891" cy="343307"/>
            <a:chOff x="268834" y="793212"/>
            <a:chExt cx="4875106" cy="646478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007DDBE-53A6-0148-D23F-442D08072591}"/>
                </a:ext>
              </a:extLst>
            </p:cNvPr>
            <p:cNvSpPr/>
            <p:nvPr/>
          </p:nvSpPr>
          <p:spPr>
            <a:xfrm>
              <a:off x="2055595" y="811039"/>
              <a:ext cx="3088345" cy="6286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1883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192FBBCE-5545-F1C7-26A6-2A2DD0B6A2B1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hlinkClick r:id="rId4" action="ppaction://hlinksldjump"/>
              <a:extLst>
                <a:ext uri="{FF2B5EF4-FFF2-40B4-BE49-F238E27FC236}">
                  <a16:creationId xmlns:a16="http://schemas.microsoft.com/office/drawing/2014/main" id="{60DFB4C9-3A38-8167-00C8-E1F0E270C631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Port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2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7676B-CE19-3B20-DB79-45CE3B1C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BE7BA6A0-1B25-6707-9B08-43F23FEB5AA5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D4BF5-75E9-5EFC-0F55-8639C51E6380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05E8A829-23EA-E10A-CBC0-DB7702CA95FA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3C8C9FD-B906-3CCC-9B26-6E52E17A3A77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6918F4-91C9-416B-2AB9-FDDB9FDF57A4}"/>
              </a:ext>
            </a:extLst>
          </p:cNvPr>
          <p:cNvSpPr txBox="1"/>
          <p:nvPr/>
        </p:nvSpPr>
        <p:spPr>
          <a:xfrm>
            <a:off x="85597" y="39986"/>
            <a:ext cx="346722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Cobot Setting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DD98A9C-720F-D7BA-119A-ED7CA9878B9C}"/>
              </a:ext>
            </a:extLst>
          </p:cNvPr>
          <p:cNvSpPr/>
          <p:nvPr/>
        </p:nvSpPr>
        <p:spPr>
          <a:xfrm>
            <a:off x="8588664" y="914227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hlinkClick r:id="rId3" action="ppaction://hlinksldjump"/>
            <a:extLst>
              <a:ext uri="{FF2B5EF4-FFF2-40B4-BE49-F238E27FC236}">
                <a16:creationId xmlns:a16="http://schemas.microsoft.com/office/drawing/2014/main" id="{B256C5F4-3D1D-3BCB-6C4B-299BA3CECBF5}"/>
              </a:ext>
            </a:extLst>
          </p:cNvPr>
          <p:cNvSpPr txBox="1"/>
          <p:nvPr/>
        </p:nvSpPr>
        <p:spPr>
          <a:xfrm>
            <a:off x="8588664" y="909465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Save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C71355-6131-2BCE-0AC5-9171E11D107C}"/>
              </a:ext>
            </a:extLst>
          </p:cNvPr>
          <p:cNvSpPr/>
          <p:nvPr/>
        </p:nvSpPr>
        <p:spPr>
          <a:xfrm>
            <a:off x="8586399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451DD340-4B54-5744-73AC-D8FCD0F3AB72}"/>
              </a:ext>
            </a:extLst>
          </p:cNvPr>
          <p:cNvSpPr txBox="1"/>
          <p:nvPr/>
        </p:nvSpPr>
        <p:spPr>
          <a:xfrm>
            <a:off x="8578894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1145C-CFB4-CC98-1D51-8821F0A8F239}"/>
              </a:ext>
            </a:extLst>
          </p:cNvPr>
          <p:cNvSpPr txBox="1"/>
          <p:nvPr/>
        </p:nvSpPr>
        <p:spPr>
          <a:xfrm>
            <a:off x="2690541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0157396-27A0-91A3-9D7A-7AD52938F235}"/>
              </a:ext>
            </a:extLst>
          </p:cNvPr>
          <p:cNvGrpSpPr/>
          <p:nvPr/>
        </p:nvGrpSpPr>
        <p:grpSpPr>
          <a:xfrm>
            <a:off x="241305" y="960096"/>
            <a:ext cx="4265542" cy="346755"/>
            <a:chOff x="268834" y="786720"/>
            <a:chExt cx="8032388" cy="65297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3FC0F76-A8D2-CB6D-688D-CC05243AA021}"/>
                </a:ext>
              </a:extLst>
            </p:cNvPr>
            <p:cNvSpPr/>
            <p:nvPr/>
          </p:nvSpPr>
          <p:spPr>
            <a:xfrm>
              <a:off x="2055596" y="81104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192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B9BDEDBC-581F-7215-8224-8B9437B6C20A}"/>
                </a:ext>
              </a:extLst>
            </p:cNvPr>
            <p:cNvSpPr/>
            <p:nvPr/>
          </p:nvSpPr>
          <p:spPr>
            <a:xfrm>
              <a:off x="268834" y="795208"/>
              <a:ext cx="1667251" cy="626064"/>
            </a:xfrm>
            <a:prstGeom prst="roundRect">
              <a:avLst>
                <a:gd name="adj" fmla="val 5460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hlinkClick r:id="rId4" action="ppaction://hlinksldjump"/>
              <a:extLst>
                <a:ext uri="{FF2B5EF4-FFF2-40B4-BE49-F238E27FC236}">
                  <a16:creationId xmlns:a16="http://schemas.microsoft.com/office/drawing/2014/main" id="{63946ED6-A561-CE60-6573-A111EA9E402C}"/>
                </a:ext>
              </a:extLst>
            </p:cNvPr>
            <p:cNvSpPr txBox="1"/>
            <p:nvPr/>
          </p:nvSpPr>
          <p:spPr>
            <a:xfrm>
              <a:off x="268834" y="793212"/>
              <a:ext cx="1667251" cy="62865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</a:rPr>
                <a:t>IP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A5A723A-F048-D533-6EC9-B695E77A4EE2}"/>
                </a:ext>
              </a:extLst>
            </p:cNvPr>
            <p:cNvSpPr/>
            <p:nvPr/>
          </p:nvSpPr>
          <p:spPr>
            <a:xfrm>
              <a:off x="3684810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168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1597C00-DE91-C82A-3E46-BD057E5E7D44}"/>
                </a:ext>
              </a:extLst>
            </p:cNvPr>
            <p:cNvSpPr/>
            <p:nvPr/>
          </p:nvSpPr>
          <p:spPr>
            <a:xfrm>
              <a:off x="5263451" y="792622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3D0880C-EA4A-3AEA-EE55-F1B9FB98C340}"/>
                </a:ext>
              </a:extLst>
            </p:cNvPr>
            <p:cNvSpPr/>
            <p:nvPr/>
          </p:nvSpPr>
          <p:spPr>
            <a:xfrm>
              <a:off x="6842092" y="786720"/>
              <a:ext cx="1459130" cy="628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bg2">
                      <a:lumMod val="25000"/>
                    </a:schemeClr>
                  </a:solidFill>
                </a:rPr>
                <a:t>50</a:t>
              </a:r>
              <a:endParaRPr lang="ko-KR" alt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7E7D0F-9B1C-B4D8-198E-669F23AA1A32}"/>
              </a:ext>
            </a:extLst>
          </p:cNvPr>
          <p:cNvSpPr/>
          <p:nvPr/>
        </p:nvSpPr>
        <p:spPr>
          <a:xfrm>
            <a:off x="1190152" y="1400268"/>
            <a:ext cx="1640044" cy="3338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500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8F706CA-1B73-EFB1-9112-C0823098765B}"/>
              </a:ext>
            </a:extLst>
          </p:cNvPr>
          <p:cNvSpPr/>
          <p:nvPr/>
        </p:nvSpPr>
        <p:spPr>
          <a:xfrm>
            <a:off x="241305" y="1391861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hlinkClick r:id="rId4" action="ppaction://hlinksldjump"/>
            <a:extLst>
              <a:ext uri="{FF2B5EF4-FFF2-40B4-BE49-F238E27FC236}">
                <a16:creationId xmlns:a16="http://schemas.microsoft.com/office/drawing/2014/main" id="{511ABAC8-E97F-00DB-0312-5AA34F6C1B3B}"/>
              </a:ext>
            </a:extLst>
          </p:cNvPr>
          <p:cNvSpPr txBox="1"/>
          <p:nvPr/>
        </p:nvSpPr>
        <p:spPr>
          <a:xfrm>
            <a:off x="241305" y="1390801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Port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521004-410E-9087-5B9C-A4DB55975191}"/>
              </a:ext>
            </a:extLst>
          </p:cNvPr>
          <p:cNvSpPr/>
          <p:nvPr/>
        </p:nvSpPr>
        <p:spPr>
          <a:xfrm>
            <a:off x="241306" y="2422519"/>
            <a:ext cx="885382" cy="3338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1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B7FAA5-107B-F44B-9ED1-9687A5C27E01}"/>
              </a:ext>
            </a:extLst>
          </p:cNvPr>
          <p:cNvSpPr/>
          <p:nvPr/>
        </p:nvSpPr>
        <p:spPr>
          <a:xfrm>
            <a:off x="241305" y="1960650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hlinkClick r:id="rId4" action="ppaction://hlinksldjump"/>
            <a:extLst>
              <a:ext uri="{FF2B5EF4-FFF2-40B4-BE49-F238E27FC236}">
                <a16:creationId xmlns:a16="http://schemas.microsoft.com/office/drawing/2014/main" id="{B7404E33-B538-2102-507E-4981A473210E}"/>
              </a:ext>
            </a:extLst>
          </p:cNvPr>
          <p:cNvSpPr txBox="1"/>
          <p:nvPr/>
        </p:nvSpPr>
        <p:spPr>
          <a:xfrm>
            <a:off x="241305" y="1959590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ID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AE17D8-36AA-C9BF-860B-739A488E253D}"/>
              </a:ext>
            </a:extLst>
          </p:cNvPr>
          <p:cNvSpPr/>
          <p:nvPr/>
        </p:nvSpPr>
        <p:spPr>
          <a:xfrm>
            <a:off x="1190153" y="2422519"/>
            <a:ext cx="885382" cy="3338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301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0496A15-0AB0-B9EB-7CF6-8B54F89FD16A}"/>
              </a:ext>
            </a:extLst>
          </p:cNvPr>
          <p:cNvSpPr/>
          <p:nvPr/>
        </p:nvSpPr>
        <p:spPr>
          <a:xfrm>
            <a:off x="1190152" y="1960650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hlinkClick r:id="rId4" action="ppaction://hlinksldjump"/>
            <a:extLst>
              <a:ext uri="{FF2B5EF4-FFF2-40B4-BE49-F238E27FC236}">
                <a16:creationId xmlns:a16="http://schemas.microsoft.com/office/drawing/2014/main" id="{F3DEEA51-B6B2-87FE-2FB7-45373C075209}"/>
              </a:ext>
            </a:extLst>
          </p:cNvPr>
          <p:cNvSpPr txBox="1"/>
          <p:nvPr/>
        </p:nvSpPr>
        <p:spPr>
          <a:xfrm>
            <a:off x="1190152" y="1959590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 err="1">
                <a:solidFill>
                  <a:schemeClr val="bg1"/>
                </a:solidFill>
              </a:rPr>
              <a:t>Addr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6B9CD4-EC2A-7A2E-A3DA-332A2D718F88}"/>
              </a:ext>
            </a:extLst>
          </p:cNvPr>
          <p:cNvSpPr/>
          <p:nvPr/>
        </p:nvSpPr>
        <p:spPr>
          <a:xfrm>
            <a:off x="2139000" y="2422519"/>
            <a:ext cx="885382" cy="33384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1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7088C5D-F93D-68E0-7BAE-0B38F71C8725}"/>
              </a:ext>
            </a:extLst>
          </p:cNvPr>
          <p:cNvSpPr/>
          <p:nvPr/>
        </p:nvSpPr>
        <p:spPr>
          <a:xfrm>
            <a:off x="2138999" y="1960650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hlinkClick r:id="rId4" action="ppaction://hlinksldjump"/>
            <a:extLst>
              <a:ext uri="{FF2B5EF4-FFF2-40B4-BE49-F238E27FC236}">
                <a16:creationId xmlns:a16="http://schemas.microsoft.com/office/drawing/2014/main" id="{EB231FD6-19F4-6CE3-A54D-A7FF6225DFC6}"/>
              </a:ext>
            </a:extLst>
          </p:cNvPr>
          <p:cNvSpPr txBox="1"/>
          <p:nvPr/>
        </p:nvSpPr>
        <p:spPr>
          <a:xfrm>
            <a:off x="2138999" y="1959590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Data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ADDCE50-21DC-BCC1-7E5F-7E0E67835A57}"/>
              </a:ext>
            </a:extLst>
          </p:cNvPr>
          <p:cNvSpPr/>
          <p:nvPr/>
        </p:nvSpPr>
        <p:spPr>
          <a:xfrm>
            <a:off x="3225831" y="2423579"/>
            <a:ext cx="885382" cy="332466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hlinkClick r:id="rId4" action="ppaction://hlinksldjump"/>
            <a:extLst>
              <a:ext uri="{FF2B5EF4-FFF2-40B4-BE49-F238E27FC236}">
                <a16:creationId xmlns:a16="http://schemas.microsoft.com/office/drawing/2014/main" id="{BC93B5D5-FC92-3155-F428-3962B39BAD73}"/>
              </a:ext>
            </a:extLst>
          </p:cNvPr>
          <p:cNvSpPr txBox="1"/>
          <p:nvPr/>
        </p:nvSpPr>
        <p:spPr>
          <a:xfrm>
            <a:off x="3225831" y="2422519"/>
            <a:ext cx="885382" cy="333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Send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1E8A1887-AD88-F523-BA0A-E0D5A0E595D7}"/>
              </a:ext>
            </a:extLst>
          </p:cNvPr>
          <p:cNvSpPr/>
          <p:nvPr/>
        </p:nvSpPr>
        <p:spPr>
          <a:xfrm>
            <a:off x="241305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hlinkClick r:id="rId4" action="ppaction://hlinksldjump"/>
            <a:extLst>
              <a:ext uri="{FF2B5EF4-FFF2-40B4-BE49-F238E27FC236}">
                <a16:creationId xmlns:a16="http://schemas.microsoft.com/office/drawing/2014/main" id="{DF402CE2-75A5-6107-2E3B-CC3155A1E1F8}"/>
              </a:ext>
            </a:extLst>
          </p:cNvPr>
          <p:cNvSpPr txBox="1"/>
          <p:nvPr/>
        </p:nvSpPr>
        <p:spPr>
          <a:xfrm>
            <a:off x="241304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636CFCE-F45B-71CC-6C14-6E0A9D2888E4}"/>
              </a:ext>
            </a:extLst>
          </p:cNvPr>
          <p:cNvSpPr/>
          <p:nvPr/>
        </p:nvSpPr>
        <p:spPr>
          <a:xfrm>
            <a:off x="1706241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hlinkClick r:id="rId4" action="ppaction://hlinksldjump"/>
            <a:extLst>
              <a:ext uri="{FF2B5EF4-FFF2-40B4-BE49-F238E27FC236}">
                <a16:creationId xmlns:a16="http://schemas.microsoft.com/office/drawing/2014/main" id="{3C2D7C4C-5865-17D5-86F6-EEB8D607BE48}"/>
              </a:ext>
            </a:extLst>
          </p:cNvPr>
          <p:cNvSpPr txBox="1"/>
          <p:nvPr/>
        </p:nvSpPr>
        <p:spPr>
          <a:xfrm>
            <a:off x="1706240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7F233A5-8935-6337-42BE-C9963C19E141}"/>
              </a:ext>
            </a:extLst>
          </p:cNvPr>
          <p:cNvSpPr/>
          <p:nvPr/>
        </p:nvSpPr>
        <p:spPr>
          <a:xfrm>
            <a:off x="3137568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hlinkClick r:id="rId4" action="ppaction://hlinksldjump"/>
            <a:extLst>
              <a:ext uri="{FF2B5EF4-FFF2-40B4-BE49-F238E27FC236}">
                <a16:creationId xmlns:a16="http://schemas.microsoft.com/office/drawing/2014/main" id="{76752E99-7876-62D7-1C3F-C914243B2A02}"/>
              </a:ext>
            </a:extLst>
          </p:cNvPr>
          <p:cNvSpPr txBox="1"/>
          <p:nvPr/>
        </p:nvSpPr>
        <p:spPr>
          <a:xfrm>
            <a:off x="3137567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TASK3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CA110A3-6B97-74C1-CE77-CB4BD4DEC9EA}"/>
              </a:ext>
            </a:extLst>
          </p:cNvPr>
          <p:cNvSpPr/>
          <p:nvPr/>
        </p:nvSpPr>
        <p:spPr>
          <a:xfrm>
            <a:off x="4568895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hlinkClick r:id="rId4" action="ppaction://hlinksldjump"/>
            <a:extLst>
              <a:ext uri="{FF2B5EF4-FFF2-40B4-BE49-F238E27FC236}">
                <a16:creationId xmlns:a16="http://schemas.microsoft.com/office/drawing/2014/main" id="{6692522F-61C2-9707-38D9-8C631521EAE9}"/>
              </a:ext>
            </a:extLst>
          </p:cNvPr>
          <p:cNvSpPr txBox="1"/>
          <p:nvPr/>
        </p:nvSpPr>
        <p:spPr>
          <a:xfrm>
            <a:off x="4568894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TASK4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0545C71-FF35-0B1B-F2E6-B79AE6F15360}"/>
              </a:ext>
            </a:extLst>
          </p:cNvPr>
          <p:cNvSpPr/>
          <p:nvPr/>
        </p:nvSpPr>
        <p:spPr>
          <a:xfrm>
            <a:off x="6000222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hlinkClick r:id="rId4" action="ppaction://hlinksldjump"/>
            <a:extLst>
              <a:ext uri="{FF2B5EF4-FFF2-40B4-BE49-F238E27FC236}">
                <a16:creationId xmlns:a16="http://schemas.microsoft.com/office/drawing/2014/main" id="{35F2E04C-9F4E-EB58-ADA9-98E0E3DC8C98}"/>
              </a:ext>
            </a:extLst>
          </p:cNvPr>
          <p:cNvSpPr txBox="1"/>
          <p:nvPr/>
        </p:nvSpPr>
        <p:spPr>
          <a:xfrm>
            <a:off x="6000221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TASK5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345F339-4859-CE8A-959B-D9E910BF42C2}"/>
              </a:ext>
            </a:extLst>
          </p:cNvPr>
          <p:cNvSpPr/>
          <p:nvPr/>
        </p:nvSpPr>
        <p:spPr>
          <a:xfrm>
            <a:off x="7431549" y="3116407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hlinkClick r:id="rId4" action="ppaction://hlinksldjump"/>
            <a:extLst>
              <a:ext uri="{FF2B5EF4-FFF2-40B4-BE49-F238E27FC236}">
                <a16:creationId xmlns:a16="http://schemas.microsoft.com/office/drawing/2014/main" id="{829F30E5-795E-7CA4-3E71-EEA5B6E9B204}"/>
              </a:ext>
            </a:extLst>
          </p:cNvPr>
          <p:cNvSpPr txBox="1"/>
          <p:nvPr/>
        </p:nvSpPr>
        <p:spPr>
          <a:xfrm>
            <a:off x="7431548" y="3114675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TASK6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01158F2D-5A6D-F11C-57E0-ABD12F542B53}"/>
              </a:ext>
            </a:extLst>
          </p:cNvPr>
          <p:cNvSpPr/>
          <p:nvPr/>
        </p:nvSpPr>
        <p:spPr>
          <a:xfrm>
            <a:off x="241305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hlinkClick r:id="rId4" action="ppaction://hlinksldjump"/>
            <a:extLst>
              <a:ext uri="{FF2B5EF4-FFF2-40B4-BE49-F238E27FC236}">
                <a16:creationId xmlns:a16="http://schemas.microsoft.com/office/drawing/2014/main" id="{DB74673C-94CA-E554-1DA8-F2E88C67D3CE}"/>
              </a:ext>
            </a:extLst>
          </p:cNvPr>
          <p:cNvSpPr txBox="1"/>
          <p:nvPr/>
        </p:nvSpPr>
        <p:spPr>
          <a:xfrm>
            <a:off x="241304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TASK7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2F7DA21-6EDA-20C0-5CFF-2EFA2A09D7D1}"/>
              </a:ext>
            </a:extLst>
          </p:cNvPr>
          <p:cNvSpPr/>
          <p:nvPr/>
        </p:nvSpPr>
        <p:spPr>
          <a:xfrm>
            <a:off x="1706241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hlinkClick r:id="rId4" action="ppaction://hlinksldjump"/>
            <a:extLst>
              <a:ext uri="{FF2B5EF4-FFF2-40B4-BE49-F238E27FC236}">
                <a16:creationId xmlns:a16="http://schemas.microsoft.com/office/drawing/2014/main" id="{A753B01C-FD26-93FF-D61C-90A45AA75851}"/>
              </a:ext>
            </a:extLst>
          </p:cNvPr>
          <p:cNvSpPr txBox="1"/>
          <p:nvPr/>
        </p:nvSpPr>
        <p:spPr>
          <a:xfrm>
            <a:off x="1706240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TASK8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147339F-D467-AF09-DF5C-F52D64C87F93}"/>
              </a:ext>
            </a:extLst>
          </p:cNvPr>
          <p:cNvSpPr/>
          <p:nvPr/>
        </p:nvSpPr>
        <p:spPr>
          <a:xfrm>
            <a:off x="3137568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hlinkClick r:id="rId4" action="ppaction://hlinksldjump"/>
            <a:extLst>
              <a:ext uri="{FF2B5EF4-FFF2-40B4-BE49-F238E27FC236}">
                <a16:creationId xmlns:a16="http://schemas.microsoft.com/office/drawing/2014/main" id="{3775C90D-F6B0-A1C7-5381-F2900F7776EF}"/>
              </a:ext>
            </a:extLst>
          </p:cNvPr>
          <p:cNvSpPr txBox="1"/>
          <p:nvPr/>
        </p:nvSpPr>
        <p:spPr>
          <a:xfrm>
            <a:off x="3137567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TASK9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2F0A8AA-AA21-2788-E1C4-C6312319B294}"/>
              </a:ext>
            </a:extLst>
          </p:cNvPr>
          <p:cNvSpPr/>
          <p:nvPr/>
        </p:nvSpPr>
        <p:spPr>
          <a:xfrm>
            <a:off x="4568895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hlinkClick r:id="rId4" action="ppaction://hlinksldjump"/>
            <a:extLst>
              <a:ext uri="{FF2B5EF4-FFF2-40B4-BE49-F238E27FC236}">
                <a16:creationId xmlns:a16="http://schemas.microsoft.com/office/drawing/2014/main" id="{4A7B296C-C86F-C28B-257B-E1475032FEE3}"/>
              </a:ext>
            </a:extLst>
          </p:cNvPr>
          <p:cNvSpPr txBox="1"/>
          <p:nvPr/>
        </p:nvSpPr>
        <p:spPr>
          <a:xfrm>
            <a:off x="4568894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TASK10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EE344A2-B701-CD3F-8B56-2CDC9EE01F43}"/>
              </a:ext>
            </a:extLst>
          </p:cNvPr>
          <p:cNvSpPr/>
          <p:nvPr/>
        </p:nvSpPr>
        <p:spPr>
          <a:xfrm>
            <a:off x="6000222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hlinkClick r:id="rId4" action="ppaction://hlinksldjump"/>
            <a:extLst>
              <a:ext uri="{FF2B5EF4-FFF2-40B4-BE49-F238E27FC236}">
                <a16:creationId xmlns:a16="http://schemas.microsoft.com/office/drawing/2014/main" id="{F790AE1A-0A0E-AA8B-6F11-3F4609074AF7}"/>
              </a:ext>
            </a:extLst>
          </p:cNvPr>
          <p:cNvSpPr txBox="1"/>
          <p:nvPr/>
        </p:nvSpPr>
        <p:spPr>
          <a:xfrm>
            <a:off x="6000221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TASK11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784111D-DF4E-E45F-3173-5AF9230E6105}"/>
              </a:ext>
            </a:extLst>
          </p:cNvPr>
          <p:cNvSpPr/>
          <p:nvPr/>
        </p:nvSpPr>
        <p:spPr>
          <a:xfrm>
            <a:off x="7431549" y="3717792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hlinkClick r:id="rId4" action="ppaction://hlinksldjump"/>
            <a:extLst>
              <a:ext uri="{FF2B5EF4-FFF2-40B4-BE49-F238E27FC236}">
                <a16:creationId xmlns:a16="http://schemas.microsoft.com/office/drawing/2014/main" id="{B831F532-BE27-4732-C6BC-CF3A6C459181}"/>
              </a:ext>
            </a:extLst>
          </p:cNvPr>
          <p:cNvSpPr txBox="1"/>
          <p:nvPr/>
        </p:nvSpPr>
        <p:spPr>
          <a:xfrm>
            <a:off x="7431548" y="3716060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TASK12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E0FC2466-09F8-8768-3BD9-D8199AB5C4E6}"/>
              </a:ext>
            </a:extLst>
          </p:cNvPr>
          <p:cNvSpPr/>
          <p:nvPr/>
        </p:nvSpPr>
        <p:spPr>
          <a:xfrm>
            <a:off x="241305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hlinkClick r:id="rId4" action="ppaction://hlinksldjump"/>
            <a:extLst>
              <a:ext uri="{FF2B5EF4-FFF2-40B4-BE49-F238E27FC236}">
                <a16:creationId xmlns:a16="http://schemas.microsoft.com/office/drawing/2014/main" id="{AC406D84-ADDF-4589-8CDE-C6E49B6C1FC3}"/>
              </a:ext>
            </a:extLst>
          </p:cNvPr>
          <p:cNvSpPr txBox="1"/>
          <p:nvPr/>
        </p:nvSpPr>
        <p:spPr>
          <a:xfrm>
            <a:off x="241304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TASK13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136B7A6-82F7-88F5-E905-4F41EC317B14}"/>
              </a:ext>
            </a:extLst>
          </p:cNvPr>
          <p:cNvSpPr/>
          <p:nvPr/>
        </p:nvSpPr>
        <p:spPr>
          <a:xfrm>
            <a:off x="1706241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hlinkClick r:id="rId4" action="ppaction://hlinksldjump"/>
            <a:extLst>
              <a:ext uri="{FF2B5EF4-FFF2-40B4-BE49-F238E27FC236}">
                <a16:creationId xmlns:a16="http://schemas.microsoft.com/office/drawing/2014/main" id="{149AAAB9-89AD-983C-ED91-99FAA3D7BE09}"/>
              </a:ext>
            </a:extLst>
          </p:cNvPr>
          <p:cNvSpPr txBox="1"/>
          <p:nvPr/>
        </p:nvSpPr>
        <p:spPr>
          <a:xfrm>
            <a:off x="1706240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TASK14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79C549A-E6A8-D510-7FDB-9A5FDCF36A78}"/>
              </a:ext>
            </a:extLst>
          </p:cNvPr>
          <p:cNvSpPr/>
          <p:nvPr/>
        </p:nvSpPr>
        <p:spPr>
          <a:xfrm>
            <a:off x="3137568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hlinkClick r:id="rId4" action="ppaction://hlinksldjump"/>
            <a:extLst>
              <a:ext uri="{FF2B5EF4-FFF2-40B4-BE49-F238E27FC236}">
                <a16:creationId xmlns:a16="http://schemas.microsoft.com/office/drawing/2014/main" id="{E114433E-D01C-A2E7-113F-F301A735780E}"/>
              </a:ext>
            </a:extLst>
          </p:cNvPr>
          <p:cNvSpPr txBox="1"/>
          <p:nvPr/>
        </p:nvSpPr>
        <p:spPr>
          <a:xfrm>
            <a:off x="3137567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TASK15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DA620B9-49A6-B5AB-8455-187198F1D9FE}"/>
              </a:ext>
            </a:extLst>
          </p:cNvPr>
          <p:cNvSpPr/>
          <p:nvPr/>
        </p:nvSpPr>
        <p:spPr>
          <a:xfrm>
            <a:off x="4568895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hlinkClick r:id="rId4" action="ppaction://hlinksldjump"/>
            <a:extLst>
              <a:ext uri="{FF2B5EF4-FFF2-40B4-BE49-F238E27FC236}">
                <a16:creationId xmlns:a16="http://schemas.microsoft.com/office/drawing/2014/main" id="{744F081B-E128-6875-A855-8891129B4B64}"/>
              </a:ext>
            </a:extLst>
          </p:cNvPr>
          <p:cNvSpPr txBox="1"/>
          <p:nvPr/>
        </p:nvSpPr>
        <p:spPr>
          <a:xfrm>
            <a:off x="4568894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TASK16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658BBC22-C82E-8F1B-8172-EA6A0EF77C6B}"/>
              </a:ext>
            </a:extLst>
          </p:cNvPr>
          <p:cNvSpPr/>
          <p:nvPr/>
        </p:nvSpPr>
        <p:spPr>
          <a:xfrm>
            <a:off x="6000222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hlinkClick r:id="rId4" action="ppaction://hlinksldjump"/>
            <a:extLst>
              <a:ext uri="{FF2B5EF4-FFF2-40B4-BE49-F238E27FC236}">
                <a16:creationId xmlns:a16="http://schemas.microsoft.com/office/drawing/2014/main" id="{10FE8EB4-7A0F-CA46-6963-F4075042C200}"/>
              </a:ext>
            </a:extLst>
          </p:cNvPr>
          <p:cNvSpPr txBox="1"/>
          <p:nvPr/>
        </p:nvSpPr>
        <p:spPr>
          <a:xfrm>
            <a:off x="6000221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TASK17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23A53981-6CA6-79A1-DE60-6AC0DEB28DAD}"/>
              </a:ext>
            </a:extLst>
          </p:cNvPr>
          <p:cNvSpPr/>
          <p:nvPr/>
        </p:nvSpPr>
        <p:spPr>
          <a:xfrm>
            <a:off x="7431549" y="4323459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hlinkClick r:id="rId4" action="ppaction://hlinksldjump"/>
            <a:extLst>
              <a:ext uri="{FF2B5EF4-FFF2-40B4-BE49-F238E27FC236}">
                <a16:creationId xmlns:a16="http://schemas.microsoft.com/office/drawing/2014/main" id="{7A4DCAE3-5977-DF70-4811-A0065ECCD526}"/>
              </a:ext>
            </a:extLst>
          </p:cNvPr>
          <p:cNvSpPr txBox="1"/>
          <p:nvPr/>
        </p:nvSpPr>
        <p:spPr>
          <a:xfrm>
            <a:off x="7431548" y="4321727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TASK18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37246A6-957B-3FEE-04B3-48C604B8F5AD}"/>
              </a:ext>
            </a:extLst>
          </p:cNvPr>
          <p:cNvSpPr/>
          <p:nvPr/>
        </p:nvSpPr>
        <p:spPr>
          <a:xfrm>
            <a:off x="241305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hlinkClick r:id="rId4" action="ppaction://hlinksldjump"/>
            <a:extLst>
              <a:ext uri="{FF2B5EF4-FFF2-40B4-BE49-F238E27FC236}">
                <a16:creationId xmlns:a16="http://schemas.microsoft.com/office/drawing/2014/main" id="{D1D31737-2810-2E36-E7BF-C79B9B70207B}"/>
              </a:ext>
            </a:extLst>
          </p:cNvPr>
          <p:cNvSpPr txBox="1"/>
          <p:nvPr/>
        </p:nvSpPr>
        <p:spPr>
          <a:xfrm>
            <a:off x="241304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TASK19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FEDEC45-76A7-A26A-E407-D718F57ED7FE}"/>
              </a:ext>
            </a:extLst>
          </p:cNvPr>
          <p:cNvSpPr/>
          <p:nvPr/>
        </p:nvSpPr>
        <p:spPr>
          <a:xfrm>
            <a:off x="1706241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hlinkClick r:id="rId4" action="ppaction://hlinksldjump"/>
            <a:extLst>
              <a:ext uri="{FF2B5EF4-FFF2-40B4-BE49-F238E27FC236}">
                <a16:creationId xmlns:a16="http://schemas.microsoft.com/office/drawing/2014/main" id="{8DA20216-148D-94A9-7A3C-23C0CDAFC33B}"/>
              </a:ext>
            </a:extLst>
          </p:cNvPr>
          <p:cNvSpPr txBox="1"/>
          <p:nvPr/>
        </p:nvSpPr>
        <p:spPr>
          <a:xfrm>
            <a:off x="1706240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TASK20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9C848E4D-B714-973E-6CE6-8BEE063D1792}"/>
              </a:ext>
            </a:extLst>
          </p:cNvPr>
          <p:cNvSpPr/>
          <p:nvPr/>
        </p:nvSpPr>
        <p:spPr>
          <a:xfrm>
            <a:off x="3137568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hlinkClick r:id="rId4" action="ppaction://hlinksldjump"/>
            <a:extLst>
              <a:ext uri="{FF2B5EF4-FFF2-40B4-BE49-F238E27FC236}">
                <a16:creationId xmlns:a16="http://schemas.microsoft.com/office/drawing/2014/main" id="{1600F8A8-9BA6-FD40-C677-62DDEEEEC7E3}"/>
              </a:ext>
            </a:extLst>
          </p:cNvPr>
          <p:cNvSpPr txBox="1"/>
          <p:nvPr/>
        </p:nvSpPr>
        <p:spPr>
          <a:xfrm>
            <a:off x="3137567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TASK21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DC73100-C509-CC46-8CE9-E38F6913A746}"/>
              </a:ext>
            </a:extLst>
          </p:cNvPr>
          <p:cNvSpPr/>
          <p:nvPr/>
        </p:nvSpPr>
        <p:spPr>
          <a:xfrm>
            <a:off x="4568895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hlinkClick r:id="rId4" action="ppaction://hlinksldjump"/>
            <a:extLst>
              <a:ext uri="{FF2B5EF4-FFF2-40B4-BE49-F238E27FC236}">
                <a16:creationId xmlns:a16="http://schemas.microsoft.com/office/drawing/2014/main" id="{19A6473A-FDC6-3D25-4B35-9DAA54AD8615}"/>
              </a:ext>
            </a:extLst>
          </p:cNvPr>
          <p:cNvSpPr txBox="1"/>
          <p:nvPr/>
        </p:nvSpPr>
        <p:spPr>
          <a:xfrm>
            <a:off x="4568894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TASK22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2691A9D3-C2E9-5AC2-6F09-50D6E31F1BF3}"/>
              </a:ext>
            </a:extLst>
          </p:cNvPr>
          <p:cNvSpPr/>
          <p:nvPr/>
        </p:nvSpPr>
        <p:spPr>
          <a:xfrm>
            <a:off x="6000222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>
            <a:hlinkClick r:id="rId4" action="ppaction://hlinksldjump"/>
            <a:extLst>
              <a:ext uri="{FF2B5EF4-FFF2-40B4-BE49-F238E27FC236}">
                <a16:creationId xmlns:a16="http://schemas.microsoft.com/office/drawing/2014/main" id="{7E34691D-E95D-5434-42FA-83A7806C7C49}"/>
              </a:ext>
            </a:extLst>
          </p:cNvPr>
          <p:cNvSpPr txBox="1"/>
          <p:nvPr/>
        </p:nvSpPr>
        <p:spPr>
          <a:xfrm>
            <a:off x="6000221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TASK23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DD7F7F22-0B68-E2BF-855F-19031EB2AA1A}"/>
              </a:ext>
            </a:extLst>
          </p:cNvPr>
          <p:cNvSpPr/>
          <p:nvPr/>
        </p:nvSpPr>
        <p:spPr>
          <a:xfrm>
            <a:off x="7431549" y="4924844"/>
            <a:ext cx="1318140" cy="49496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hlinkClick r:id="rId4" action="ppaction://hlinksldjump"/>
            <a:extLst>
              <a:ext uri="{FF2B5EF4-FFF2-40B4-BE49-F238E27FC236}">
                <a16:creationId xmlns:a16="http://schemas.microsoft.com/office/drawing/2014/main" id="{A66B0B54-3C47-3F8E-EED8-B14997132C63}"/>
              </a:ext>
            </a:extLst>
          </p:cNvPr>
          <p:cNvSpPr txBox="1"/>
          <p:nvPr/>
        </p:nvSpPr>
        <p:spPr>
          <a:xfrm>
            <a:off x="7431548" y="4923112"/>
            <a:ext cx="1318141" cy="4970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TASK24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D7B657FA-5F27-2332-A066-28DE99A6359F}"/>
              </a:ext>
            </a:extLst>
          </p:cNvPr>
          <p:cNvGrpSpPr/>
          <p:nvPr/>
        </p:nvGrpSpPr>
        <p:grpSpPr>
          <a:xfrm>
            <a:off x="4685080" y="862347"/>
            <a:ext cx="3754070" cy="2042773"/>
            <a:chOff x="354773" y="722471"/>
            <a:chExt cx="1518043" cy="1075840"/>
          </a:xfrm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4E775D0C-7406-05ED-322A-E4310AE9E182}"/>
                </a:ext>
              </a:extLst>
            </p:cNvPr>
            <p:cNvSpPr/>
            <p:nvPr/>
          </p:nvSpPr>
          <p:spPr>
            <a:xfrm>
              <a:off x="354773" y="722471"/>
              <a:ext cx="1518043" cy="10758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ko-KR" altLang="en-US" sz="900" b="1" dirty="0">
                <a:ln w="31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FAAAFD4-6D57-4B80-73B5-F00121DC50BE}"/>
                </a:ext>
              </a:extLst>
            </p:cNvPr>
            <p:cNvSpPr txBox="1"/>
            <p:nvPr/>
          </p:nvSpPr>
          <p:spPr>
            <a:xfrm>
              <a:off x="369705" y="765268"/>
              <a:ext cx="228215" cy="12156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Log</a:t>
              </a:r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2BFCB2A-8AD0-DDD4-2D78-EBA0FC5942DA}"/>
              </a:ext>
            </a:extLst>
          </p:cNvPr>
          <p:cNvSpPr/>
          <p:nvPr/>
        </p:nvSpPr>
        <p:spPr>
          <a:xfrm>
            <a:off x="4840533" y="1270953"/>
            <a:ext cx="3446980" cy="148509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dirty="0">
                <a:ln w="3175">
                  <a:solidFill>
                    <a:schemeClr val="tx1"/>
                  </a:solidFill>
                </a:ln>
                <a:solidFill>
                  <a:schemeClr val="bg2">
                    <a:lumMod val="2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Calibri" panose="020F0502020204030204" pitchFamily="34" charset="0"/>
              </a:rPr>
              <a:t>26-07-16 Connect!</a:t>
            </a:r>
            <a:endParaRPr lang="ko-KR" altLang="en-US" sz="900" dirty="0">
              <a:ln w="3175">
                <a:solidFill>
                  <a:schemeClr val="tx1"/>
                </a:solidFill>
              </a:ln>
              <a:solidFill>
                <a:schemeClr val="bg2">
                  <a:lumMod val="25000"/>
                </a:schemeClr>
              </a:solidFill>
              <a:latin typeface="굴림체" panose="020B0609000101010101" pitchFamily="49" charset="-127"/>
              <a:ea typeface="굴림체" panose="020B0609000101010101" pitchFamily="49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4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9CAC9-535D-6F5F-1954-B892716F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6C42C0-D2B2-B8DE-4FD6-7439BB1DCFB3}"/>
              </a:ext>
            </a:extLst>
          </p:cNvPr>
          <p:cNvSpPr/>
          <p:nvPr/>
        </p:nvSpPr>
        <p:spPr>
          <a:xfrm>
            <a:off x="0" y="0"/>
            <a:ext cx="10760364" cy="646370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C5C2014F-24CB-D108-9C5A-C3AD3B32474C}"/>
              </a:ext>
            </a:extLst>
          </p:cNvPr>
          <p:cNvSpPr/>
          <p:nvPr/>
        </p:nvSpPr>
        <p:spPr>
          <a:xfrm>
            <a:off x="8867575" y="39986"/>
            <a:ext cx="715729" cy="618837"/>
          </a:xfrm>
          <a:custGeom>
            <a:avLst/>
            <a:gdLst>
              <a:gd name="csX0" fmla="*/ 0 w 715729"/>
              <a:gd name="csY0" fmla="*/ 309418 h 618837"/>
              <a:gd name="csX1" fmla="*/ 0 w 715729"/>
              <a:gd name="csY1" fmla="*/ 309419 h 618837"/>
              <a:gd name="csX2" fmla="*/ 0 w 715729"/>
              <a:gd name="csY2" fmla="*/ 309419 h 618837"/>
              <a:gd name="csX3" fmla="*/ 309419 w 715729"/>
              <a:gd name="csY3" fmla="*/ 0 h 618837"/>
              <a:gd name="csX4" fmla="*/ 715729 w 715729"/>
              <a:gd name="csY4" fmla="*/ 0 h 618837"/>
              <a:gd name="csX5" fmla="*/ 715729 w 715729"/>
              <a:gd name="csY5" fmla="*/ 618837 h 618837"/>
              <a:gd name="csX6" fmla="*/ 309419 w 715729"/>
              <a:gd name="csY6" fmla="*/ 618837 h 618837"/>
              <a:gd name="csX7" fmla="*/ 24316 w 715729"/>
              <a:gd name="csY7" fmla="*/ 429858 h 618837"/>
              <a:gd name="csX8" fmla="*/ 0 w 715729"/>
              <a:gd name="csY8" fmla="*/ 309419 h 618837"/>
              <a:gd name="csX9" fmla="*/ 24316 w 715729"/>
              <a:gd name="csY9" fmla="*/ 188979 h 618837"/>
              <a:gd name="csX10" fmla="*/ 309419 w 715729"/>
              <a:gd name="csY10" fmla="*/ 0 h 618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729" h="618837">
                <a:moveTo>
                  <a:pt x="0" y="309418"/>
                </a:moveTo>
                <a:lnTo>
                  <a:pt x="0" y="309419"/>
                </a:lnTo>
                <a:lnTo>
                  <a:pt x="0" y="309419"/>
                </a:lnTo>
                <a:close/>
                <a:moveTo>
                  <a:pt x="309419" y="0"/>
                </a:moveTo>
                <a:lnTo>
                  <a:pt x="715729" y="0"/>
                </a:lnTo>
                <a:lnTo>
                  <a:pt x="715729" y="618837"/>
                </a:lnTo>
                <a:lnTo>
                  <a:pt x="309419" y="618837"/>
                </a:lnTo>
                <a:cubicBezTo>
                  <a:pt x="181254" y="618837"/>
                  <a:pt x="71288" y="540913"/>
                  <a:pt x="24316" y="429858"/>
                </a:cubicBezTo>
                <a:lnTo>
                  <a:pt x="0" y="309419"/>
                </a:lnTo>
                <a:lnTo>
                  <a:pt x="24316" y="188979"/>
                </a:lnTo>
                <a:cubicBezTo>
                  <a:pt x="71288" y="77924"/>
                  <a:pt x="181254" y="0"/>
                  <a:pt x="309419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5666A-E692-8191-1C2A-E59330B2604F}"/>
              </a:ext>
            </a:extLst>
          </p:cNvPr>
          <p:cNvSpPr txBox="1"/>
          <p:nvPr/>
        </p:nvSpPr>
        <p:spPr>
          <a:xfrm>
            <a:off x="2995052" y="287820"/>
            <a:ext cx="1644073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2026-07-13 | </a:t>
            </a:r>
            <a:r>
              <a:rPr lang="en-US" altLang="ko-KR" sz="1100" dirty="0" err="1">
                <a:solidFill>
                  <a:schemeClr val="bg2">
                    <a:lumMod val="50000"/>
                  </a:schemeClr>
                </a:solidFill>
              </a:rPr>
              <a:t>hh:mm:ss</a:t>
            </a:r>
            <a:endParaRPr lang="ko-KR" alt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BB9D0-00B1-13A7-8B1A-F13B2D0D21D8}"/>
              </a:ext>
            </a:extLst>
          </p:cNvPr>
          <p:cNvSpPr txBox="1"/>
          <p:nvPr/>
        </p:nvSpPr>
        <p:spPr>
          <a:xfrm>
            <a:off x="9121575" y="194273"/>
            <a:ext cx="581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86B9A69-1E32-7399-9EAC-F203C6F87D34}"/>
              </a:ext>
            </a:extLst>
          </p:cNvPr>
          <p:cNvSpPr/>
          <p:nvPr/>
        </p:nvSpPr>
        <p:spPr>
          <a:xfrm>
            <a:off x="8867575" y="44748"/>
            <a:ext cx="1089891" cy="61883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15CD948-DCF9-5A85-E016-FCE0B0FDC08F}"/>
              </a:ext>
            </a:extLst>
          </p:cNvPr>
          <p:cNvCxnSpPr>
            <a:cxnSpLocks/>
          </p:cNvCxnSpPr>
          <p:nvPr/>
        </p:nvCxnSpPr>
        <p:spPr>
          <a:xfrm>
            <a:off x="138545" y="702075"/>
            <a:ext cx="1025323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029B63-E278-7505-6380-4FF8C82D21D1}"/>
              </a:ext>
            </a:extLst>
          </p:cNvPr>
          <p:cNvSpPr txBox="1"/>
          <p:nvPr/>
        </p:nvSpPr>
        <p:spPr>
          <a:xfrm>
            <a:off x="85598" y="39986"/>
            <a:ext cx="3477491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50000"/>
                  </a:schemeClr>
                </a:solidFill>
              </a:rPr>
              <a:t>Manual Control</a:t>
            </a:r>
            <a:endParaRPr lang="ko-KR" alt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E0E572C-7B04-0604-84CD-6EB7BAE0C278}"/>
              </a:ext>
            </a:extLst>
          </p:cNvPr>
          <p:cNvSpPr/>
          <p:nvPr/>
        </p:nvSpPr>
        <p:spPr>
          <a:xfrm>
            <a:off x="881202" y="2292304"/>
            <a:ext cx="3117278" cy="2854879"/>
          </a:xfrm>
          <a:prstGeom prst="roundRect">
            <a:avLst>
              <a:gd name="adj" fmla="val 5460"/>
            </a:avLst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701077-0854-F3F7-CCE8-4C8FFB5B8FD8}"/>
              </a:ext>
            </a:extLst>
          </p:cNvPr>
          <p:cNvSpPr txBox="1"/>
          <p:nvPr/>
        </p:nvSpPr>
        <p:spPr>
          <a:xfrm>
            <a:off x="873697" y="2316612"/>
            <a:ext cx="3117278" cy="285487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9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B9E0572-6920-4FBB-2DC9-3242882EFE6E}"/>
              </a:ext>
            </a:extLst>
          </p:cNvPr>
          <p:cNvSpPr/>
          <p:nvPr/>
        </p:nvSpPr>
        <p:spPr>
          <a:xfrm>
            <a:off x="4639125" y="2292304"/>
            <a:ext cx="3117278" cy="2854879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8AFE3-CDA6-53FB-EF89-BB2257F7D431}"/>
              </a:ext>
            </a:extLst>
          </p:cNvPr>
          <p:cNvSpPr txBox="1"/>
          <p:nvPr/>
        </p:nvSpPr>
        <p:spPr>
          <a:xfrm>
            <a:off x="4631620" y="2316612"/>
            <a:ext cx="3117278" cy="285487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9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DCD4331-B970-62A6-ABEB-9758FC245514}"/>
              </a:ext>
            </a:extLst>
          </p:cNvPr>
          <p:cNvSpPr/>
          <p:nvPr/>
        </p:nvSpPr>
        <p:spPr>
          <a:xfrm>
            <a:off x="3483264" y="110657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4FBBD-76CC-4107-FE28-308981066A11}"/>
              </a:ext>
            </a:extLst>
          </p:cNvPr>
          <p:cNvSpPr txBox="1"/>
          <p:nvPr/>
        </p:nvSpPr>
        <p:spPr>
          <a:xfrm>
            <a:off x="3483264" y="1101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Save Mode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B6D7F70-23A6-635A-E681-DBBD4C53B4C1}"/>
              </a:ext>
            </a:extLst>
          </p:cNvPr>
          <p:cNvSpPr/>
          <p:nvPr/>
        </p:nvSpPr>
        <p:spPr>
          <a:xfrm>
            <a:off x="8593904" y="5500503"/>
            <a:ext cx="1667251" cy="761688"/>
          </a:xfrm>
          <a:prstGeom prst="roundRect">
            <a:avLst>
              <a:gd name="adj" fmla="val 5460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hlinkClick r:id="rId3" action="ppaction://hlinksldjump"/>
            <a:extLst>
              <a:ext uri="{FF2B5EF4-FFF2-40B4-BE49-F238E27FC236}">
                <a16:creationId xmlns:a16="http://schemas.microsoft.com/office/drawing/2014/main" id="{AB4966A0-FCB3-D7B2-B427-056152751097}"/>
              </a:ext>
            </a:extLst>
          </p:cNvPr>
          <p:cNvSpPr txBox="1"/>
          <p:nvPr/>
        </p:nvSpPr>
        <p:spPr>
          <a:xfrm>
            <a:off x="8586399" y="5524811"/>
            <a:ext cx="1667251" cy="7616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Return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04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</TotalTime>
  <Words>329</Words>
  <Application>Microsoft Office PowerPoint</Application>
  <PresentationFormat>와이드스크린</PresentationFormat>
  <Paragraphs>190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태영 박</dc:creator>
  <cp:lastModifiedBy>태영 박</cp:lastModifiedBy>
  <cp:revision>3</cp:revision>
  <dcterms:created xsi:type="dcterms:W3CDTF">2026-07-13T04:13:25Z</dcterms:created>
  <dcterms:modified xsi:type="dcterms:W3CDTF">2026-07-16T01:55:07Z</dcterms:modified>
</cp:coreProperties>
</file>